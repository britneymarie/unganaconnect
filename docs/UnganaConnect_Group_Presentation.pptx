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1"/>
  </p:sldMasterIdLst>
  <p:sldIdLst>
    <p:sldId id="256" r:id="rId2"/>
    <p:sldId id="257" r:id="rId3"/>
    <p:sldId id="280" r:id="rId4"/>
    <p:sldId id="258" r:id="rId5"/>
    <p:sldId id="259" r:id="rId6"/>
    <p:sldId id="260" r:id="rId7"/>
    <p:sldId id="261" r:id="rId8"/>
    <p:sldId id="281" r:id="rId9"/>
    <p:sldId id="262" r:id="rId10"/>
    <p:sldId id="263" r:id="rId11"/>
    <p:sldId id="264" r:id="rId12"/>
    <p:sldId id="289" r:id="rId13"/>
    <p:sldId id="290" r:id="rId14"/>
    <p:sldId id="265" r:id="rId15"/>
    <p:sldId id="282" r:id="rId16"/>
    <p:sldId id="266" r:id="rId17"/>
    <p:sldId id="267" r:id="rId18"/>
    <p:sldId id="268" r:id="rId19"/>
    <p:sldId id="269" r:id="rId20"/>
    <p:sldId id="283" r:id="rId21"/>
    <p:sldId id="284" r:id="rId22"/>
    <p:sldId id="285" r:id="rId23"/>
    <p:sldId id="270" r:id="rId24"/>
    <p:sldId id="271" r:id="rId25"/>
    <p:sldId id="272" r:id="rId26"/>
    <p:sldId id="273" r:id="rId27"/>
    <p:sldId id="274" r:id="rId28"/>
    <p:sldId id="275" r:id="rId29"/>
    <p:sldId id="276" r:id="rId30"/>
    <p:sldId id="286" r:id="rId31"/>
    <p:sldId id="287" r:id="rId32"/>
    <p:sldId id="291" r:id="rId33"/>
    <p:sldId id="278" r:id="rId34"/>
    <p:sldId id="288" r:id="rId35"/>
    <p:sldId id="279"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A512E0-0122-419B-A7D3-C946AABEEACF}" v="189" dt="2025-11-04T18:10:16.9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p:restoredTop sz="86410"/>
  </p:normalViewPr>
  <p:slideViewPr>
    <p:cSldViewPr snapToGrid="0" snapToObjects="1">
      <p:cViewPr varScale="1">
        <p:scale>
          <a:sx n="54" d="100"/>
          <a:sy n="54" d="100"/>
        </p:scale>
        <p:origin x="936" y="60"/>
      </p:cViewPr>
      <p:guideLst>
        <p:guide orient="horz" pos="2160"/>
        <p:guide pos="2880"/>
      </p:guideLst>
    </p:cSldViewPr>
  </p:slideViewPr>
  <p:outlineViewPr>
    <p:cViewPr>
      <p:scale>
        <a:sx n="33" d="100"/>
        <a:sy n="33" d="100"/>
      </p:scale>
      <p:origin x="0" y="-2228"/>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 Chauke" userId="285c5719a89fe674" providerId="LiveId" clId="{295747C1-FAEA-49A4-BBC9-32665A7DF6BF}"/>
    <pc:docChg chg="undo redo custSel addSld delSld modSld sldOrd modMainMaster">
      <pc:chgData name="Marie Chauke" userId="285c5719a89fe674" providerId="LiveId" clId="{295747C1-FAEA-49A4-BBC9-32665A7DF6BF}" dt="2025-11-05T08:00:40.814" v="983" actId="20577"/>
      <pc:docMkLst>
        <pc:docMk/>
      </pc:docMkLst>
      <pc:sldChg chg="addSp delSp modSp mod setBg modClrScheme addAnim setClrOvrMap delDesignElem chgLayout">
        <pc:chgData name="Marie Chauke" userId="285c5719a89fe674" providerId="LiveId" clId="{295747C1-FAEA-49A4-BBC9-32665A7DF6BF}" dt="2025-11-04T11:33:16.325" v="563" actId="26606"/>
        <pc:sldMkLst>
          <pc:docMk/>
          <pc:sldMk cId="0" sldId="256"/>
        </pc:sldMkLst>
        <pc:spChg chg="mod ord">
          <ac:chgData name="Marie Chauke" userId="285c5719a89fe674" providerId="LiveId" clId="{295747C1-FAEA-49A4-BBC9-32665A7DF6BF}" dt="2025-11-04T11:32:27.555" v="556" actId="26606"/>
          <ac:spMkLst>
            <pc:docMk/>
            <pc:sldMk cId="0" sldId="256"/>
            <ac:spMk id="2" creationId="{00000000-0000-0000-0000-000000000000}"/>
          </ac:spMkLst>
        </pc:spChg>
        <pc:spChg chg="mod ord">
          <ac:chgData name="Marie Chauke" userId="285c5719a89fe674" providerId="LiveId" clId="{295747C1-FAEA-49A4-BBC9-32665A7DF6BF}" dt="2025-11-04T11:32:27.555" v="556" actId="26606"/>
          <ac:spMkLst>
            <pc:docMk/>
            <pc:sldMk cId="0" sldId="256"/>
            <ac:spMk id="3" creationId="{00000000-0000-0000-0000-000000000000}"/>
          </ac:spMkLst>
        </pc:spChg>
        <pc:spChg chg="add del">
          <ac:chgData name="Marie Chauke" userId="285c5719a89fe674" providerId="LiveId" clId="{295747C1-FAEA-49A4-BBC9-32665A7DF6BF}" dt="2025-11-04T11:33:11.627" v="562"/>
          <ac:spMkLst>
            <pc:docMk/>
            <pc:sldMk cId="0" sldId="256"/>
            <ac:spMk id="9" creationId="{B8D726A5-7900-41B4-8D49-49B4A2010E7C}"/>
          </ac:spMkLst>
        </pc:spChg>
        <pc:spChg chg="add">
          <ac:chgData name="Marie Chauke" userId="285c5719a89fe674" providerId="LiveId" clId="{295747C1-FAEA-49A4-BBC9-32665A7DF6BF}" dt="2025-11-04T11:33:16.325" v="563" actId="26606"/>
          <ac:spMkLst>
            <pc:docMk/>
            <pc:sldMk cId="0" sldId="256"/>
            <ac:spMk id="10" creationId="{B8D726A5-7900-41B4-8D49-49B4A2010E7C}"/>
          </ac:spMkLst>
        </pc:spChg>
        <pc:picChg chg="add mod">
          <ac:chgData name="Marie Chauke" userId="285c5719a89fe674" providerId="LiveId" clId="{295747C1-FAEA-49A4-BBC9-32665A7DF6BF}" dt="2025-11-04T11:33:16.325" v="563" actId="26606"/>
          <ac:picMkLst>
            <pc:docMk/>
            <pc:sldMk cId="0" sldId="256"/>
            <ac:picMk id="5" creationId="{35396565-0605-BB26-C77C-7FB2C8F264D4}"/>
          </ac:picMkLst>
        </pc:picChg>
        <pc:cxnChg chg="add del">
          <ac:chgData name="Marie Chauke" userId="285c5719a89fe674" providerId="LiveId" clId="{295747C1-FAEA-49A4-BBC9-32665A7DF6BF}" dt="2025-11-04T11:33:11.627" v="562"/>
          <ac:cxnSpMkLst>
            <pc:docMk/>
            <pc:sldMk cId="0" sldId="256"/>
            <ac:cxnSpMk id="11" creationId="{46E49661-E258-450C-8150-A91A6B30D1CD}"/>
          </ac:cxnSpMkLst>
        </pc:cxnChg>
        <pc:cxnChg chg="add">
          <ac:chgData name="Marie Chauke" userId="285c5719a89fe674" providerId="LiveId" clId="{295747C1-FAEA-49A4-BBC9-32665A7DF6BF}" dt="2025-11-04T11:33:16.325" v="563" actId="26606"/>
          <ac:cxnSpMkLst>
            <pc:docMk/>
            <pc:sldMk cId="0" sldId="256"/>
            <ac:cxnSpMk id="12" creationId="{46E49661-E258-450C-8150-A91A6B30D1CD}"/>
          </ac:cxnSpMkLst>
        </pc:cxnChg>
      </pc:sldChg>
      <pc:sldChg chg="addSp delSp modSp mod ord modTransition setBg modClrScheme setClrOvrMap chgLayout">
        <pc:chgData name="Marie Chauke" userId="285c5719a89fe674" providerId="LiveId" clId="{295747C1-FAEA-49A4-BBC9-32665A7DF6BF}" dt="2025-11-04T18:07:55.218" v="932"/>
        <pc:sldMkLst>
          <pc:docMk/>
          <pc:sldMk cId="0" sldId="257"/>
        </pc:sldMkLst>
        <pc:spChg chg="mod ord">
          <ac:chgData name="Marie Chauke" userId="285c5719a89fe674" providerId="LiveId" clId="{295747C1-FAEA-49A4-BBC9-32665A7DF6BF}" dt="2025-11-04T11:33:57.503" v="566" actId="26606"/>
          <ac:spMkLst>
            <pc:docMk/>
            <pc:sldMk cId="0" sldId="257"/>
            <ac:spMk id="2" creationId="{00000000-0000-0000-0000-000000000000}"/>
          </ac:spMkLst>
        </pc:spChg>
        <pc:spChg chg="add del mod ord">
          <ac:chgData name="Marie Chauke" userId="285c5719a89fe674" providerId="LiveId" clId="{295747C1-FAEA-49A4-BBC9-32665A7DF6BF}" dt="2025-11-04T11:33:57.503" v="566" actId="26606"/>
          <ac:spMkLst>
            <pc:docMk/>
            <pc:sldMk cId="0" sldId="257"/>
            <ac:spMk id="3" creationId="{00000000-0000-0000-0000-000000000000}"/>
          </ac:spMkLst>
        </pc:spChg>
        <pc:spChg chg="add">
          <ac:chgData name="Marie Chauke" userId="285c5719a89fe674" providerId="LiveId" clId="{295747C1-FAEA-49A4-BBC9-32665A7DF6BF}" dt="2025-11-04T11:33:57.503" v="566" actId="26606"/>
          <ac:spMkLst>
            <pc:docMk/>
            <pc:sldMk cId="0" sldId="257"/>
            <ac:spMk id="7" creationId="{00000000-0000-0000-0000-000000000000}"/>
          </ac:spMkLst>
        </pc:spChg>
        <pc:spChg chg="add del">
          <ac:chgData name="Marie Chauke" userId="285c5719a89fe674" providerId="LiveId" clId="{295747C1-FAEA-49A4-BBC9-32665A7DF6BF}" dt="2025-11-04T11:35:11.554" v="575" actId="26606"/>
          <ac:spMkLst>
            <pc:docMk/>
            <pc:sldMk cId="0" sldId="257"/>
            <ac:spMk id="8" creationId="{A10C41F2-1746-4431-9B52-B9F147A896B8}"/>
          </ac:spMkLst>
        </pc:spChg>
        <pc:spChg chg="add del">
          <ac:chgData name="Marie Chauke" userId="285c5719a89fe674" providerId="LiveId" clId="{295747C1-FAEA-49A4-BBC9-32665A7DF6BF}" dt="2025-11-04T11:35:11.554" v="575" actId="26606"/>
          <ac:spMkLst>
            <pc:docMk/>
            <pc:sldMk cId="0" sldId="257"/>
            <ac:spMk id="10" creationId="{B695F8C5-0ED1-4C24-877A-A9E15A1C6430}"/>
          </ac:spMkLst>
        </pc:spChg>
        <pc:spChg chg="add del">
          <ac:chgData name="Marie Chauke" userId="285c5719a89fe674" providerId="LiveId" clId="{295747C1-FAEA-49A4-BBC9-32665A7DF6BF}" dt="2025-11-04T11:35:11.554" v="575" actId="26606"/>
          <ac:spMkLst>
            <pc:docMk/>
            <pc:sldMk cId="0" sldId="257"/>
            <ac:spMk id="12" creationId="{7984928E-D694-4849-BBAD-D7C7DC405478}"/>
          </ac:spMkLst>
        </pc:spChg>
        <pc:spChg chg="add">
          <ac:chgData name="Marie Chauke" userId="285c5719a89fe674" providerId="LiveId" clId="{295747C1-FAEA-49A4-BBC9-32665A7DF6BF}" dt="2025-11-04T11:35:11.554" v="575" actId="26606"/>
          <ac:spMkLst>
            <pc:docMk/>
            <pc:sldMk cId="0" sldId="257"/>
            <ac:spMk id="19" creationId="{A10C41F2-1746-4431-9B52-B9F147A896B8}"/>
          </ac:spMkLst>
        </pc:spChg>
        <pc:spChg chg="add">
          <ac:chgData name="Marie Chauke" userId="285c5719a89fe674" providerId="LiveId" clId="{295747C1-FAEA-49A4-BBC9-32665A7DF6BF}" dt="2025-11-04T11:35:11.554" v="575" actId="26606"/>
          <ac:spMkLst>
            <pc:docMk/>
            <pc:sldMk cId="0" sldId="257"/>
            <ac:spMk id="21" creationId="{B695F8C5-0ED1-4C24-877A-A9E15A1C6430}"/>
          </ac:spMkLst>
        </pc:spChg>
        <pc:spChg chg="add">
          <ac:chgData name="Marie Chauke" userId="285c5719a89fe674" providerId="LiveId" clId="{295747C1-FAEA-49A4-BBC9-32665A7DF6BF}" dt="2025-11-04T11:35:11.554" v="575" actId="26606"/>
          <ac:spMkLst>
            <pc:docMk/>
            <pc:sldMk cId="0" sldId="257"/>
            <ac:spMk id="23" creationId="{7984928E-D694-4849-BBAD-D7C7DC405478}"/>
          </ac:spMkLst>
        </pc:spChg>
        <pc:graphicFrameChg chg="add del">
          <ac:chgData name="Marie Chauke" userId="285c5719a89fe674" providerId="LiveId" clId="{295747C1-FAEA-49A4-BBC9-32665A7DF6BF}" dt="2025-11-04T11:33:57.503" v="565" actId="26606"/>
          <ac:graphicFrameMkLst>
            <pc:docMk/>
            <pc:sldMk cId="0" sldId="257"/>
            <ac:graphicFrameMk id="5" creationId="{A1017502-D08F-FF14-D813-FD06333A1BF1}"/>
          </ac:graphicFrameMkLst>
        </pc:graphicFrameChg>
        <pc:graphicFrameChg chg="add del modGraphic">
          <ac:chgData name="Marie Chauke" userId="285c5719a89fe674" providerId="LiveId" clId="{295747C1-FAEA-49A4-BBC9-32665A7DF6BF}" dt="2025-11-04T11:35:00.128" v="573" actId="27309"/>
          <ac:graphicFrameMkLst>
            <pc:docMk/>
            <pc:sldMk cId="0" sldId="257"/>
            <ac:graphicFrameMk id="6" creationId="{4494A543-26E2-6915-2C77-3800C3498C51}"/>
          </ac:graphicFrameMkLst>
        </pc:graphicFrameChg>
        <pc:cxnChg chg="add del">
          <ac:chgData name="Marie Chauke" userId="285c5719a89fe674" providerId="LiveId" clId="{295747C1-FAEA-49A4-BBC9-32665A7DF6BF}" dt="2025-11-04T11:35:11.554" v="575" actId="26606"/>
          <ac:cxnSpMkLst>
            <pc:docMk/>
            <pc:sldMk cId="0" sldId="257"/>
            <ac:cxnSpMk id="14" creationId="{99237721-19CF-41B1-AA0A-E1E1A8282D52}"/>
          </ac:cxnSpMkLst>
        </pc:cxnChg>
        <pc:cxnChg chg="add">
          <ac:chgData name="Marie Chauke" userId="285c5719a89fe674" providerId="LiveId" clId="{295747C1-FAEA-49A4-BBC9-32665A7DF6BF}" dt="2025-11-04T11:35:11.554" v="575" actId="26606"/>
          <ac:cxnSpMkLst>
            <pc:docMk/>
            <pc:sldMk cId="0" sldId="257"/>
            <ac:cxnSpMk id="25" creationId="{99237721-19CF-41B1-AA0A-E1E1A8282D52}"/>
          </ac:cxnSpMkLst>
        </pc:cxnChg>
      </pc:sldChg>
      <pc:sldChg chg="addSp delSp modSp mod modTransition setBg chgLayout">
        <pc:chgData name="Marie Chauke" userId="285c5719a89fe674" providerId="LiveId" clId="{295747C1-FAEA-49A4-BBC9-32665A7DF6BF}" dt="2025-11-04T18:08:15.004" v="934"/>
        <pc:sldMkLst>
          <pc:docMk/>
          <pc:sldMk cId="0" sldId="258"/>
        </pc:sldMkLst>
        <pc:spChg chg="mod ord">
          <ac:chgData name="Marie Chauke" userId="285c5719a89fe674" providerId="LiveId" clId="{295747C1-FAEA-49A4-BBC9-32665A7DF6BF}" dt="2025-11-04T11:35:42.743" v="577" actId="26606"/>
          <ac:spMkLst>
            <pc:docMk/>
            <pc:sldMk cId="0" sldId="258"/>
            <ac:spMk id="2" creationId="{00000000-0000-0000-0000-000000000000}"/>
          </ac:spMkLst>
        </pc:spChg>
        <pc:spChg chg="add del mod ord">
          <ac:chgData name="Marie Chauke" userId="285c5719a89fe674" providerId="LiveId" clId="{295747C1-FAEA-49A4-BBC9-32665A7DF6BF}" dt="2025-11-04T11:35:42.758" v="578" actId="26606"/>
          <ac:spMkLst>
            <pc:docMk/>
            <pc:sldMk cId="0" sldId="258"/>
            <ac:spMk id="3" creationId="{00000000-0000-0000-0000-000000000000}"/>
          </ac:spMkLst>
        </pc:spChg>
        <pc:spChg chg="add del">
          <ac:chgData name="Marie Chauke" userId="285c5719a89fe674" providerId="LiveId" clId="{295747C1-FAEA-49A4-BBC9-32665A7DF6BF}" dt="2025-11-04T11:35:42.743" v="577" actId="26606"/>
          <ac:spMkLst>
            <pc:docMk/>
            <pc:sldMk cId="0" sldId="258"/>
            <ac:spMk id="9" creationId="{05E0CE8A-B373-428C-8818-499181F94041}"/>
          </ac:spMkLst>
        </pc:spChg>
        <pc:graphicFrameChg chg="add del">
          <ac:chgData name="Marie Chauke" userId="285c5719a89fe674" providerId="LiveId" clId="{295747C1-FAEA-49A4-BBC9-32665A7DF6BF}" dt="2025-11-04T11:35:42.743" v="577" actId="26606"/>
          <ac:graphicFrameMkLst>
            <pc:docMk/>
            <pc:sldMk cId="0" sldId="258"/>
            <ac:graphicFrameMk id="5" creationId="{1B83EC95-F118-757F-96E4-18FBD34B206E}"/>
          </ac:graphicFrameMkLst>
        </pc:graphicFrameChg>
        <pc:graphicFrameChg chg="add">
          <ac:chgData name="Marie Chauke" userId="285c5719a89fe674" providerId="LiveId" clId="{295747C1-FAEA-49A4-BBC9-32665A7DF6BF}" dt="2025-11-04T11:35:42.758" v="578" actId="26606"/>
          <ac:graphicFrameMkLst>
            <pc:docMk/>
            <pc:sldMk cId="0" sldId="258"/>
            <ac:graphicFrameMk id="11" creationId="{975B5FDF-9CC6-2054-6C04-6AA485DE7389}"/>
          </ac:graphicFrameMkLst>
        </pc:graphicFrameChg>
      </pc:sldChg>
      <pc:sldChg chg="addSp delSp modSp mod modTransition setBg">
        <pc:chgData name="Marie Chauke" userId="285c5719a89fe674" providerId="LiveId" clId="{295747C1-FAEA-49A4-BBC9-32665A7DF6BF}" dt="2025-11-04T18:08:18.879" v="935"/>
        <pc:sldMkLst>
          <pc:docMk/>
          <pc:sldMk cId="0" sldId="259"/>
        </pc:sldMkLst>
        <pc:spChg chg="mod">
          <ac:chgData name="Marie Chauke" userId="285c5719a89fe674" providerId="LiveId" clId="{295747C1-FAEA-49A4-BBC9-32665A7DF6BF}" dt="2025-11-04T11:36:01.842" v="579" actId="26606"/>
          <ac:spMkLst>
            <pc:docMk/>
            <pc:sldMk cId="0" sldId="259"/>
            <ac:spMk id="2" creationId="{00000000-0000-0000-0000-000000000000}"/>
          </ac:spMkLst>
        </pc:spChg>
        <pc:spChg chg="del mod">
          <ac:chgData name="Marie Chauke" userId="285c5719a89fe674" providerId="LiveId" clId="{295747C1-FAEA-49A4-BBC9-32665A7DF6BF}" dt="2025-11-04T11:36:01.842" v="579" actId="26606"/>
          <ac:spMkLst>
            <pc:docMk/>
            <pc:sldMk cId="0" sldId="259"/>
            <ac:spMk id="3" creationId="{00000000-0000-0000-0000-000000000000}"/>
          </ac:spMkLst>
        </pc:spChg>
        <pc:spChg chg="add">
          <ac:chgData name="Marie Chauke" userId="285c5719a89fe674" providerId="LiveId" clId="{295747C1-FAEA-49A4-BBC9-32665A7DF6BF}" dt="2025-11-04T11:36:01.842" v="579" actId="26606"/>
          <ac:spMkLst>
            <pc:docMk/>
            <pc:sldMk cId="0" sldId="259"/>
            <ac:spMk id="9" creationId="{05E0CE8A-B373-428C-8818-499181F94041}"/>
          </ac:spMkLst>
        </pc:spChg>
        <pc:graphicFrameChg chg="add">
          <ac:chgData name="Marie Chauke" userId="285c5719a89fe674" providerId="LiveId" clId="{295747C1-FAEA-49A4-BBC9-32665A7DF6BF}" dt="2025-11-04T11:36:01.842" v="579" actId="26606"/>
          <ac:graphicFrameMkLst>
            <pc:docMk/>
            <pc:sldMk cId="0" sldId="259"/>
            <ac:graphicFrameMk id="5" creationId="{90C11082-CCD0-B6D9-65C1-DF45D9DD4DF7}"/>
          </ac:graphicFrameMkLst>
        </pc:graphicFrameChg>
      </pc:sldChg>
      <pc:sldChg chg="addSp delSp modSp mod modTransition setBg">
        <pc:chgData name="Marie Chauke" userId="285c5719a89fe674" providerId="LiveId" clId="{295747C1-FAEA-49A4-BBC9-32665A7DF6BF}" dt="2025-11-04T18:08:24.793" v="936"/>
        <pc:sldMkLst>
          <pc:docMk/>
          <pc:sldMk cId="0" sldId="260"/>
        </pc:sldMkLst>
        <pc:spChg chg="mod">
          <ac:chgData name="Marie Chauke" userId="285c5719a89fe674" providerId="LiveId" clId="{295747C1-FAEA-49A4-BBC9-32665A7DF6BF}" dt="2025-11-04T11:36:45.342" v="582" actId="26606"/>
          <ac:spMkLst>
            <pc:docMk/>
            <pc:sldMk cId="0" sldId="260"/>
            <ac:spMk id="2" creationId="{00000000-0000-0000-0000-000000000000}"/>
          </ac:spMkLst>
        </pc:spChg>
        <pc:spChg chg="add del mod">
          <ac:chgData name="Marie Chauke" userId="285c5719a89fe674" providerId="LiveId" clId="{295747C1-FAEA-49A4-BBC9-32665A7DF6BF}" dt="2025-11-04T11:36:45.342" v="582" actId="26606"/>
          <ac:spMkLst>
            <pc:docMk/>
            <pc:sldMk cId="0" sldId="260"/>
            <ac:spMk id="3" creationId="{00000000-0000-0000-0000-000000000000}"/>
          </ac:spMkLst>
        </pc:spChg>
        <pc:spChg chg="add">
          <ac:chgData name="Marie Chauke" userId="285c5719a89fe674" providerId="LiveId" clId="{295747C1-FAEA-49A4-BBC9-32665A7DF6BF}" dt="2025-11-04T11:36:45.342" v="582" actId="26606"/>
          <ac:spMkLst>
            <pc:docMk/>
            <pc:sldMk cId="0" sldId="260"/>
            <ac:spMk id="9" creationId="{CB9B29C2-1CA6-4D64-B67D-799F7C15BA07}"/>
          </ac:spMkLst>
        </pc:spChg>
        <pc:graphicFrameChg chg="add del">
          <ac:chgData name="Marie Chauke" userId="285c5719a89fe674" providerId="LiveId" clId="{295747C1-FAEA-49A4-BBC9-32665A7DF6BF}" dt="2025-11-04T11:36:45.326" v="581" actId="26606"/>
          <ac:graphicFrameMkLst>
            <pc:docMk/>
            <pc:sldMk cId="0" sldId="260"/>
            <ac:graphicFrameMk id="5" creationId="{6BD8EEF3-A725-1C1A-5B6D-3D12151820C5}"/>
          </ac:graphicFrameMkLst>
        </pc:graphicFrameChg>
        <pc:graphicFrameChg chg="add">
          <ac:chgData name="Marie Chauke" userId="285c5719a89fe674" providerId="LiveId" clId="{295747C1-FAEA-49A4-BBC9-32665A7DF6BF}" dt="2025-11-04T11:36:45.342" v="582" actId="26606"/>
          <ac:graphicFrameMkLst>
            <pc:docMk/>
            <pc:sldMk cId="0" sldId="260"/>
            <ac:graphicFrameMk id="7" creationId="{B6101BBF-8FB9-B588-3473-10603CF1EEA6}"/>
          </ac:graphicFrameMkLst>
        </pc:graphicFrameChg>
        <pc:cxnChg chg="add">
          <ac:chgData name="Marie Chauke" userId="285c5719a89fe674" providerId="LiveId" clId="{295747C1-FAEA-49A4-BBC9-32665A7DF6BF}" dt="2025-11-04T11:36:45.342" v="582" actId="26606"/>
          <ac:cxnSpMkLst>
            <pc:docMk/>
            <pc:sldMk cId="0" sldId="260"/>
            <ac:cxnSpMk id="11" creationId="{D9D271F7-8D8C-4354-9B5F-5B4277B28973}"/>
          </ac:cxnSpMkLst>
        </pc:cxnChg>
      </pc:sldChg>
      <pc:sldChg chg="addSp delSp modSp mod modTransition setBg">
        <pc:chgData name="Marie Chauke" userId="285c5719a89fe674" providerId="LiveId" clId="{295747C1-FAEA-49A4-BBC9-32665A7DF6BF}" dt="2025-11-04T18:08:28.623" v="937"/>
        <pc:sldMkLst>
          <pc:docMk/>
          <pc:sldMk cId="0" sldId="261"/>
        </pc:sldMkLst>
        <pc:spChg chg="mod">
          <ac:chgData name="Marie Chauke" userId="285c5719a89fe674" providerId="LiveId" clId="{295747C1-FAEA-49A4-BBC9-32665A7DF6BF}" dt="2025-11-04T11:37:16.645" v="583" actId="26606"/>
          <ac:spMkLst>
            <pc:docMk/>
            <pc:sldMk cId="0" sldId="261"/>
            <ac:spMk id="2" creationId="{00000000-0000-0000-0000-000000000000}"/>
          </ac:spMkLst>
        </pc:spChg>
        <pc:spChg chg="del mod">
          <ac:chgData name="Marie Chauke" userId="285c5719a89fe674" providerId="LiveId" clId="{295747C1-FAEA-49A4-BBC9-32665A7DF6BF}" dt="2025-11-04T11:37:16.645" v="583" actId="26606"/>
          <ac:spMkLst>
            <pc:docMk/>
            <pc:sldMk cId="0" sldId="261"/>
            <ac:spMk id="3" creationId="{00000000-0000-0000-0000-000000000000}"/>
          </ac:spMkLst>
        </pc:spChg>
        <pc:spChg chg="add">
          <ac:chgData name="Marie Chauke" userId="285c5719a89fe674" providerId="LiveId" clId="{295747C1-FAEA-49A4-BBC9-32665A7DF6BF}" dt="2025-11-04T11:37:16.645" v="583" actId="26606"/>
          <ac:spMkLst>
            <pc:docMk/>
            <pc:sldMk cId="0" sldId="261"/>
            <ac:spMk id="9" creationId="{05E0CE8A-B373-428C-8818-499181F94041}"/>
          </ac:spMkLst>
        </pc:spChg>
        <pc:graphicFrameChg chg="add">
          <ac:chgData name="Marie Chauke" userId="285c5719a89fe674" providerId="LiveId" clId="{295747C1-FAEA-49A4-BBC9-32665A7DF6BF}" dt="2025-11-04T11:37:16.645" v="583" actId="26606"/>
          <ac:graphicFrameMkLst>
            <pc:docMk/>
            <pc:sldMk cId="0" sldId="261"/>
            <ac:graphicFrameMk id="5" creationId="{EB96FAA4-A9C3-43B0-1CAF-FBB551CE8E4D}"/>
          </ac:graphicFrameMkLst>
        </pc:graphicFrameChg>
      </pc:sldChg>
      <pc:sldChg chg="addSp modSp mod modTransition setBg">
        <pc:chgData name="Marie Chauke" userId="285c5719a89fe674" providerId="LiveId" clId="{295747C1-FAEA-49A4-BBC9-32665A7DF6BF}" dt="2025-11-04T18:08:39.965" v="939"/>
        <pc:sldMkLst>
          <pc:docMk/>
          <pc:sldMk cId="0" sldId="262"/>
        </pc:sldMkLst>
        <pc:spChg chg="mod">
          <ac:chgData name="Marie Chauke" userId="285c5719a89fe674" providerId="LiveId" clId="{295747C1-FAEA-49A4-BBC9-32665A7DF6BF}" dt="2025-11-04T11:40:11.141" v="612" actId="26606"/>
          <ac:spMkLst>
            <pc:docMk/>
            <pc:sldMk cId="0" sldId="262"/>
            <ac:spMk id="2" creationId="{00000000-0000-0000-0000-000000000000}"/>
          </ac:spMkLst>
        </pc:spChg>
        <pc:spChg chg="mod">
          <ac:chgData name="Marie Chauke" userId="285c5719a89fe674" providerId="LiveId" clId="{295747C1-FAEA-49A4-BBC9-32665A7DF6BF}" dt="2025-11-04T11:40:11.141" v="612" actId="26606"/>
          <ac:spMkLst>
            <pc:docMk/>
            <pc:sldMk cId="0" sldId="262"/>
            <ac:spMk id="3" creationId="{00000000-0000-0000-0000-000000000000}"/>
          </ac:spMkLst>
        </pc:spChg>
        <pc:spChg chg="add">
          <ac:chgData name="Marie Chauke" userId="285c5719a89fe674" providerId="LiveId" clId="{295747C1-FAEA-49A4-BBC9-32665A7DF6BF}" dt="2025-11-04T11:40:11.141" v="612" actId="26606"/>
          <ac:spMkLst>
            <pc:docMk/>
            <pc:sldMk cId="0" sldId="262"/>
            <ac:spMk id="8" creationId="{B0890400-BB8B-4A44-AB63-65C7CA223EBA}"/>
          </ac:spMkLst>
        </pc:spChg>
        <pc:cxnChg chg="add">
          <ac:chgData name="Marie Chauke" userId="285c5719a89fe674" providerId="LiveId" clId="{295747C1-FAEA-49A4-BBC9-32665A7DF6BF}" dt="2025-11-04T11:40:11.141" v="612" actId="26606"/>
          <ac:cxnSpMkLst>
            <pc:docMk/>
            <pc:sldMk cId="0" sldId="262"/>
            <ac:cxnSpMk id="10" creationId="{4D39B797-CDC6-4529-8A36-9CBFC9816337}"/>
          </ac:cxnSpMkLst>
        </pc:cxnChg>
      </pc:sldChg>
      <pc:sldChg chg="addSp delSp modSp mod modTransition setBg delDesignElem">
        <pc:chgData name="Marie Chauke" userId="285c5719a89fe674" providerId="LiveId" clId="{295747C1-FAEA-49A4-BBC9-32665A7DF6BF}" dt="2025-11-05T08:00:40.814" v="983" actId="20577"/>
        <pc:sldMkLst>
          <pc:docMk/>
          <pc:sldMk cId="0" sldId="263"/>
        </pc:sldMkLst>
        <pc:spChg chg="mod">
          <ac:chgData name="Marie Chauke" userId="285c5719a89fe674" providerId="LiveId" clId="{295747C1-FAEA-49A4-BBC9-32665A7DF6BF}" dt="2025-11-04T11:43:01.533" v="644" actId="26606"/>
          <ac:spMkLst>
            <pc:docMk/>
            <pc:sldMk cId="0" sldId="263"/>
            <ac:spMk id="2" creationId="{00000000-0000-0000-0000-000000000000}"/>
          </ac:spMkLst>
        </pc:spChg>
        <pc:spChg chg="mod">
          <ac:chgData name="Marie Chauke" userId="285c5719a89fe674" providerId="LiveId" clId="{295747C1-FAEA-49A4-BBC9-32665A7DF6BF}" dt="2025-11-05T08:00:40.814" v="983" actId="20577"/>
          <ac:spMkLst>
            <pc:docMk/>
            <pc:sldMk cId="0" sldId="263"/>
            <ac:spMk id="3" creationId="{00000000-0000-0000-0000-000000000000}"/>
          </ac:spMkLst>
        </pc:spChg>
        <pc:spChg chg="add del">
          <ac:chgData name="Marie Chauke" userId="285c5719a89fe674" providerId="LiveId" clId="{295747C1-FAEA-49A4-BBC9-32665A7DF6BF}" dt="2025-11-04T11:31:48.985" v="554" actId="26606"/>
          <ac:spMkLst>
            <pc:docMk/>
            <pc:sldMk cId="0" sldId="263"/>
            <ac:spMk id="8" creationId="{A10C41F2-1746-4431-9B52-B9F147A896B8}"/>
          </ac:spMkLst>
        </pc:spChg>
        <pc:spChg chg="add del">
          <ac:chgData name="Marie Chauke" userId="285c5719a89fe674" providerId="LiveId" clId="{295747C1-FAEA-49A4-BBC9-32665A7DF6BF}" dt="2025-11-04T11:33:11.627" v="562"/>
          <ac:spMkLst>
            <pc:docMk/>
            <pc:sldMk cId="0" sldId="263"/>
            <ac:spMk id="9" creationId="{E2A19D6A-7DB6-4269-B3DA-DDF8BA57AA56}"/>
          </ac:spMkLst>
        </pc:spChg>
        <pc:spChg chg="add del">
          <ac:chgData name="Marie Chauke" userId="285c5719a89fe674" providerId="LiveId" clId="{295747C1-FAEA-49A4-BBC9-32665A7DF6BF}" dt="2025-11-04T11:31:48.985" v="554" actId="26606"/>
          <ac:spMkLst>
            <pc:docMk/>
            <pc:sldMk cId="0" sldId="263"/>
            <ac:spMk id="10" creationId="{B695F8C5-0ED1-4C24-877A-A9E15A1C6430}"/>
          </ac:spMkLst>
        </pc:spChg>
        <pc:spChg chg="add del">
          <ac:chgData name="Marie Chauke" userId="285c5719a89fe674" providerId="LiveId" clId="{295747C1-FAEA-49A4-BBC9-32665A7DF6BF}" dt="2025-11-04T11:31:48.985" v="554" actId="26606"/>
          <ac:spMkLst>
            <pc:docMk/>
            <pc:sldMk cId="0" sldId="263"/>
            <ac:spMk id="12" creationId="{7984928E-D694-4849-BBAD-D7C7DC405478}"/>
          </ac:spMkLst>
        </pc:spChg>
        <pc:spChg chg="add del">
          <ac:chgData name="Marie Chauke" userId="285c5719a89fe674" providerId="LiveId" clId="{295747C1-FAEA-49A4-BBC9-32665A7DF6BF}" dt="2025-11-04T11:43:01.533" v="643" actId="26606"/>
          <ac:spMkLst>
            <pc:docMk/>
            <pc:sldMk cId="0" sldId="263"/>
            <ac:spMk id="13" creationId="{BF73E21A-E0BB-47E2-B73B-7B170203FA93}"/>
          </ac:spMkLst>
        </pc:spChg>
        <pc:picChg chg="add del mod">
          <ac:chgData name="Marie Chauke" userId="285c5719a89fe674" providerId="LiveId" clId="{295747C1-FAEA-49A4-BBC9-32665A7DF6BF}" dt="2025-11-04T11:41:30.546" v="635" actId="478"/>
          <ac:picMkLst>
            <pc:docMk/>
            <pc:sldMk cId="0" sldId="263"/>
            <ac:picMk id="5" creationId="{2FEAFEF2-A8A9-730E-8015-751BB5B0D1DC}"/>
          </ac:picMkLst>
        </pc:picChg>
        <pc:picChg chg="add mod ord">
          <ac:chgData name="Marie Chauke" userId="285c5719a89fe674" providerId="LiveId" clId="{295747C1-FAEA-49A4-BBC9-32665A7DF6BF}" dt="2025-11-04T11:43:01.533" v="644" actId="26606"/>
          <ac:picMkLst>
            <pc:docMk/>
            <pc:sldMk cId="0" sldId="263"/>
            <ac:picMk id="7" creationId="{B0C9262B-8072-DFD0-2E9D-C223CF216A0D}"/>
          </ac:picMkLst>
        </pc:picChg>
        <pc:cxnChg chg="add del">
          <ac:chgData name="Marie Chauke" userId="285c5719a89fe674" providerId="LiveId" clId="{295747C1-FAEA-49A4-BBC9-32665A7DF6BF}" dt="2025-11-04T11:33:11.627" v="562"/>
          <ac:cxnSpMkLst>
            <pc:docMk/>
            <pc:sldMk cId="0" sldId="263"/>
            <ac:cxnSpMk id="11" creationId="{41B5A957-5378-4817-85CE-11E7D1BB188B}"/>
          </ac:cxnSpMkLst>
        </pc:cxnChg>
        <pc:cxnChg chg="add del">
          <ac:chgData name="Marie Chauke" userId="285c5719a89fe674" providerId="LiveId" clId="{295747C1-FAEA-49A4-BBC9-32665A7DF6BF}" dt="2025-11-04T11:31:48.985" v="554" actId="26606"/>
          <ac:cxnSpMkLst>
            <pc:docMk/>
            <pc:sldMk cId="0" sldId="263"/>
            <ac:cxnSpMk id="14" creationId="{99237721-19CF-41B1-AA0A-E1E1A8282D52}"/>
          </ac:cxnSpMkLst>
        </pc:cxnChg>
        <pc:cxnChg chg="add del">
          <ac:chgData name="Marie Chauke" userId="285c5719a89fe674" providerId="LiveId" clId="{295747C1-FAEA-49A4-BBC9-32665A7DF6BF}" dt="2025-11-04T11:43:01.533" v="643" actId="26606"/>
          <ac:cxnSpMkLst>
            <pc:docMk/>
            <pc:sldMk cId="0" sldId="263"/>
            <ac:cxnSpMk id="15" creationId="{B7487363-5661-4FE4-AE64-1549B5C9A54D}"/>
          </ac:cxnSpMkLst>
        </pc:cxnChg>
      </pc:sldChg>
      <pc:sldChg chg="addSp delSp modSp mod modTransition setBg delDesignElem">
        <pc:chgData name="Marie Chauke" userId="285c5719a89fe674" providerId="LiveId" clId="{295747C1-FAEA-49A4-BBC9-32665A7DF6BF}" dt="2025-11-04T18:08:57.160" v="941"/>
        <pc:sldMkLst>
          <pc:docMk/>
          <pc:sldMk cId="0" sldId="264"/>
        </pc:sldMkLst>
        <pc:spChg chg="mod">
          <ac:chgData name="Marie Chauke" userId="285c5719a89fe674" providerId="LiveId" clId="{295747C1-FAEA-49A4-BBC9-32665A7DF6BF}" dt="2025-11-04T11:44:43.855" v="661" actId="26606"/>
          <ac:spMkLst>
            <pc:docMk/>
            <pc:sldMk cId="0" sldId="264"/>
            <ac:spMk id="2" creationId="{00000000-0000-0000-0000-000000000000}"/>
          </ac:spMkLst>
        </pc:spChg>
        <pc:spChg chg="mod">
          <ac:chgData name="Marie Chauke" userId="285c5719a89fe674" providerId="LiveId" clId="{295747C1-FAEA-49A4-BBC9-32665A7DF6BF}" dt="2025-11-04T11:44:43.855" v="661" actId="26606"/>
          <ac:spMkLst>
            <pc:docMk/>
            <pc:sldMk cId="0" sldId="264"/>
            <ac:spMk id="3" creationId="{00000000-0000-0000-0000-000000000000}"/>
          </ac:spMkLst>
        </pc:spChg>
        <pc:spChg chg="add del">
          <ac:chgData name="Marie Chauke" userId="285c5719a89fe674" providerId="LiveId" clId="{295747C1-FAEA-49A4-BBC9-32665A7DF6BF}" dt="2025-11-04T11:44:43.855" v="661" actId="26606"/>
          <ac:spMkLst>
            <pc:docMk/>
            <pc:sldMk cId="0" sldId="264"/>
            <ac:spMk id="5" creationId="{2BF2ABC8-4FD6-4B60-92A7-BB3BEE3C1ACA}"/>
          </ac:spMkLst>
        </pc:spChg>
        <pc:spChg chg="add del">
          <ac:chgData name="Marie Chauke" userId="285c5719a89fe674" providerId="LiveId" clId="{295747C1-FAEA-49A4-BBC9-32665A7DF6BF}" dt="2025-11-04T11:44:43.855" v="661" actId="26606"/>
          <ac:spMkLst>
            <pc:docMk/>
            <pc:sldMk cId="0" sldId="264"/>
            <ac:spMk id="7" creationId="{77D7B666-D5E6-48CE-B26A-FB5E5C34AF90}"/>
          </ac:spMkLst>
        </pc:spChg>
        <pc:spChg chg="add del">
          <ac:chgData name="Marie Chauke" userId="285c5719a89fe674" providerId="LiveId" clId="{295747C1-FAEA-49A4-BBC9-32665A7DF6BF}" dt="2025-11-04T11:33:11.627" v="562"/>
          <ac:spMkLst>
            <pc:docMk/>
            <pc:sldMk cId="0" sldId="264"/>
            <ac:spMk id="8" creationId="{A10C41F2-1746-4431-9B52-B9F147A896B8}"/>
          </ac:spMkLst>
        </pc:spChg>
        <pc:spChg chg="add del">
          <ac:chgData name="Marie Chauke" userId="285c5719a89fe674" providerId="LiveId" clId="{295747C1-FAEA-49A4-BBC9-32665A7DF6BF}" dt="2025-11-04T11:44:43.855" v="661" actId="26606"/>
          <ac:spMkLst>
            <pc:docMk/>
            <pc:sldMk cId="0" sldId="264"/>
            <ac:spMk id="9" creationId="{F6EE670A-A41A-44AD-BC1C-2090365EB5B3}"/>
          </ac:spMkLst>
        </pc:spChg>
        <pc:spChg chg="add del">
          <ac:chgData name="Marie Chauke" userId="285c5719a89fe674" providerId="LiveId" clId="{295747C1-FAEA-49A4-BBC9-32665A7DF6BF}" dt="2025-11-04T11:33:11.627" v="562"/>
          <ac:spMkLst>
            <pc:docMk/>
            <pc:sldMk cId="0" sldId="264"/>
            <ac:spMk id="10" creationId="{B695F8C5-0ED1-4C24-877A-A9E15A1C6430}"/>
          </ac:spMkLst>
        </pc:spChg>
        <pc:spChg chg="add">
          <ac:chgData name="Marie Chauke" userId="285c5719a89fe674" providerId="LiveId" clId="{295747C1-FAEA-49A4-BBC9-32665A7DF6BF}" dt="2025-11-04T11:44:43.855" v="661" actId="26606"/>
          <ac:spMkLst>
            <pc:docMk/>
            <pc:sldMk cId="0" sldId="264"/>
            <ac:spMk id="11" creationId="{B0890400-BB8B-4A44-AB63-65C7CA223EBA}"/>
          </ac:spMkLst>
        </pc:spChg>
        <pc:spChg chg="add del">
          <ac:chgData name="Marie Chauke" userId="285c5719a89fe674" providerId="LiveId" clId="{295747C1-FAEA-49A4-BBC9-32665A7DF6BF}" dt="2025-11-04T11:33:11.627" v="562"/>
          <ac:spMkLst>
            <pc:docMk/>
            <pc:sldMk cId="0" sldId="264"/>
            <ac:spMk id="12" creationId="{7984928E-D694-4849-BBAD-D7C7DC405478}"/>
          </ac:spMkLst>
        </pc:spChg>
        <pc:cxnChg chg="add del">
          <ac:chgData name="Marie Chauke" userId="285c5719a89fe674" providerId="LiveId" clId="{295747C1-FAEA-49A4-BBC9-32665A7DF6BF}" dt="2025-11-04T11:44:43.855" v="661" actId="26606"/>
          <ac:cxnSpMkLst>
            <pc:docMk/>
            <pc:sldMk cId="0" sldId="264"/>
            <ac:cxnSpMk id="6" creationId="{DCD479D3-536C-4161-A6F8-813D30719BFE}"/>
          </ac:cxnSpMkLst>
        </pc:cxnChg>
        <pc:cxnChg chg="add del">
          <ac:chgData name="Marie Chauke" userId="285c5719a89fe674" providerId="LiveId" clId="{295747C1-FAEA-49A4-BBC9-32665A7DF6BF}" dt="2025-11-04T11:33:11.627" v="562"/>
          <ac:cxnSpMkLst>
            <pc:docMk/>
            <pc:sldMk cId="0" sldId="264"/>
            <ac:cxnSpMk id="14" creationId="{99237721-19CF-41B1-AA0A-E1E1A8282D52}"/>
          </ac:cxnSpMkLst>
        </pc:cxnChg>
        <pc:cxnChg chg="add">
          <ac:chgData name="Marie Chauke" userId="285c5719a89fe674" providerId="LiveId" clId="{295747C1-FAEA-49A4-BBC9-32665A7DF6BF}" dt="2025-11-04T11:44:43.855" v="661" actId="26606"/>
          <ac:cxnSpMkLst>
            <pc:docMk/>
            <pc:sldMk cId="0" sldId="264"/>
            <ac:cxnSpMk id="16" creationId="{4D39B797-CDC6-4529-8A36-9CBFC9816337}"/>
          </ac:cxnSpMkLst>
        </pc:cxnChg>
      </pc:sldChg>
      <pc:sldChg chg="addSp delSp modSp add mod modTransition setBg delDesignElem">
        <pc:chgData name="Marie Chauke" userId="285c5719a89fe674" providerId="LiveId" clId="{295747C1-FAEA-49A4-BBC9-32665A7DF6BF}" dt="2025-11-04T18:09:37.809" v="944"/>
        <pc:sldMkLst>
          <pc:docMk/>
          <pc:sldMk cId="4254881404" sldId="265"/>
        </pc:sldMkLst>
        <pc:spChg chg="mod">
          <ac:chgData name="Marie Chauke" userId="285c5719a89fe674" providerId="LiveId" clId="{295747C1-FAEA-49A4-BBC9-32665A7DF6BF}" dt="2025-11-04T11:48:24.872" v="679" actId="26606"/>
          <ac:spMkLst>
            <pc:docMk/>
            <pc:sldMk cId="4254881404" sldId="265"/>
            <ac:spMk id="2" creationId="{D243F6D5-C6F8-5E71-C8DB-FA25E6288167}"/>
          </ac:spMkLst>
        </pc:spChg>
        <pc:spChg chg="mod">
          <ac:chgData name="Marie Chauke" userId="285c5719a89fe674" providerId="LiveId" clId="{295747C1-FAEA-49A4-BBC9-32665A7DF6BF}" dt="2025-11-04T11:48:24.872" v="679" actId="26606"/>
          <ac:spMkLst>
            <pc:docMk/>
            <pc:sldMk cId="4254881404" sldId="265"/>
            <ac:spMk id="3" creationId="{CFFB8F76-6FEE-2409-4EFF-96A299EC9896}"/>
          </ac:spMkLst>
        </pc:spChg>
        <pc:spChg chg="add">
          <ac:chgData name="Marie Chauke" userId="285c5719a89fe674" providerId="LiveId" clId="{295747C1-FAEA-49A4-BBC9-32665A7DF6BF}" dt="2025-11-04T11:48:24.872" v="679" actId="26606"/>
          <ac:spMkLst>
            <pc:docMk/>
            <pc:sldMk cId="4254881404" sldId="265"/>
            <ac:spMk id="8" creationId="{1579DD07-B6CD-4C04-8A4A-3B92CE8C8A31}"/>
          </ac:spMkLst>
        </pc:spChg>
        <pc:spChg chg="add">
          <ac:chgData name="Marie Chauke" userId="285c5719a89fe674" providerId="LiveId" clId="{295747C1-FAEA-49A4-BBC9-32665A7DF6BF}" dt="2025-11-04T11:48:24.872" v="679" actId="26606"/>
          <ac:spMkLst>
            <pc:docMk/>
            <pc:sldMk cId="4254881404" sldId="265"/>
            <ac:spMk id="10" creationId="{36A995F0-906C-4573-A739-16EED217D852}"/>
          </ac:spMkLst>
        </pc:spChg>
        <pc:picChg chg="del">
          <ac:chgData name="Marie Chauke" userId="285c5719a89fe674" providerId="LiveId" clId="{295747C1-FAEA-49A4-BBC9-32665A7DF6BF}" dt="2025-11-04T10:59:50.842" v="202" actId="478"/>
          <ac:picMkLst>
            <pc:docMk/>
            <pc:sldMk cId="4254881404" sldId="265"/>
            <ac:picMk id="4" creationId="{C1A13C0B-CE3E-445F-D9AF-A0F948FA1831}"/>
          </ac:picMkLst>
        </pc:picChg>
        <pc:cxnChg chg="add">
          <ac:chgData name="Marie Chauke" userId="285c5719a89fe674" providerId="LiveId" clId="{295747C1-FAEA-49A4-BBC9-32665A7DF6BF}" dt="2025-11-04T11:48:24.872" v="679" actId="26606"/>
          <ac:cxnSpMkLst>
            <pc:docMk/>
            <pc:sldMk cId="4254881404" sldId="265"/>
            <ac:cxnSpMk id="12" creationId="{C3F5F06D-7250-43A5-9B61-0B7F1FD7E395}"/>
          </ac:cxnSpMkLst>
        </pc:cxnChg>
      </pc:sldChg>
      <pc:sldChg chg="addSp delSp modSp add mod modTransition setBg">
        <pc:chgData name="Marie Chauke" userId="285c5719a89fe674" providerId="LiveId" clId="{295747C1-FAEA-49A4-BBC9-32665A7DF6BF}" dt="2025-11-04T18:10:16.946" v="947"/>
        <pc:sldMkLst>
          <pc:docMk/>
          <pc:sldMk cId="4136126316" sldId="266"/>
        </pc:sldMkLst>
        <pc:spChg chg="mod">
          <ac:chgData name="Marie Chauke" userId="285c5719a89fe674" providerId="LiveId" clId="{295747C1-FAEA-49A4-BBC9-32665A7DF6BF}" dt="2025-11-04T11:49:57.163" v="700" actId="26606"/>
          <ac:spMkLst>
            <pc:docMk/>
            <pc:sldMk cId="4136126316" sldId="266"/>
            <ac:spMk id="2" creationId="{38BAE7EA-BC5E-7DF9-8734-02E167CD8A3C}"/>
          </ac:spMkLst>
        </pc:spChg>
        <pc:spChg chg="del mod">
          <ac:chgData name="Marie Chauke" userId="285c5719a89fe674" providerId="LiveId" clId="{295747C1-FAEA-49A4-BBC9-32665A7DF6BF}" dt="2025-11-04T11:49:57.163" v="700" actId="26606"/>
          <ac:spMkLst>
            <pc:docMk/>
            <pc:sldMk cId="4136126316" sldId="266"/>
            <ac:spMk id="3" creationId="{28439FA7-3917-048F-2B4E-F3A04F15E94A}"/>
          </ac:spMkLst>
        </pc:spChg>
        <pc:graphicFrameChg chg="add">
          <ac:chgData name="Marie Chauke" userId="285c5719a89fe674" providerId="LiveId" clId="{295747C1-FAEA-49A4-BBC9-32665A7DF6BF}" dt="2025-11-04T11:49:57.163" v="700" actId="26606"/>
          <ac:graphicFrameMkLst>
            <pc:docMk/>
            <pc:sldMk cId="4136126316" sldId="266"/>
            <ac:graphicFrameMk id="5" creationId="{19870A62-A2C1-FFAC-4987-C4091DA705C2}"/>
          </ac:graphicFrameMkLst>
        </pc:graphicFrameChg>
      </pc:sldChg>
      <pc:sldChg chg="addSp delSp modSp add mod modTransition setBg">
        <pc:chgData name="Marie Chauke" userId="285c5719a89fe674" providerId="LiveId" clId="{295747C1-FAEA-49A4-BBC9-32665A7DF6BF}" dt="2025-11-04T18:10:09.480" v="946"/>
        <pc:sldMkLst>
          <pc:docMk/>
          <pc:sldMk cId="576886249" sldId="267"/>
        </pc:sldMkLst>
        <pc:spChg chg="mod">
          <ac:chgData name="Marie Chauke" userId="285c5719a89fe674" providerId="LiveId" clId="{295747C1-FAEA-49A4-BBC9-32665A7DF6BF}" dt="2025-11-04T11:51:01.823" v="706" actId="26606"/>
          <ac:spMkLst>
            <pc:docMk/>
            <pc:sldMk cId="576886249" sldId="267"/>
            <ac:spMk id="2" creationId="{353925B0-B2D6-092C-C921-29AD8E8FD979}"/>
          </ac:spMkLst>
        </pc:spChg>
        <pc:spChg chg="add del mod">
          <ac:chgData name="Marie Chauke" userId="285c5719a89fe674" providerId="LiveId" clId="{295747C1-FAEA-49A4-BBC9-32665A7DF6BF}" dt="2025-11-04T11:51:01.823" v="706" actId="26606"/>
          <ac:spMkLst>
            <pc:docMk/>
            <pc:sldMk cId="576886249" sldId="267"/>
            <ac:spMk id="3" creationId="{2B02EC11-9955-2F16-C7E5-10AC7C4C013B}"/>
          </ac:spMkLst>
        </pc:spChg>
        <pc:spChg chg="add del mod">
          <ac:chgData name="Marie Chauke" userId="285c5719a89fe674" providerId="LiveId" clId="{295747C1-FAEA-49A4-BBC9-32665A7DF6BF}" dt="2025-11-04T11:51:01.803" v="705" actId="26606"/>
          <ac:spMkLst>
            <pc:docMk/>
            <pc:sldMk cId="576886249" sldId="267"/>
            <ac:spMk id="7" creationId="{2B02EC11-9955-2F16-C7E5-10AC7C4C013B}"/>
          </ac:spMkLst>
        </pc:spChg>
        <pc:graphicFrameChg chg="add del">
          <ac:chgData name="Marie Chauke" userId="285c5719a89fe674" providerId="LiveId" clId="{295747C1-FAEA-49A4-BBC9-32665A7DF6BF}" dt="2025-11-04T11:50:51.147" v="702" actId="26606"/>
          <ac:graphicFrameMkLst>
            <pc:docMk/>
            <pc:sldMk cId="576886249" sldId="267"/>
            <ac:graphicFrameMk id="5" creationId="{47756E8F-7F53-57D2-C367-6128BF19E2DE}"/>
          </ac:graphicFrameMkLst>
        </pc:graphicFrameChg>
        <pc:graphicFrameChg chg="add mod">
          <ac:chgData name="Marie Chauke" userId="285c5719a89fe674" providerId="LiveId" clId="{295747C1-FAEA-49A4-BBC9-32665A7DF6BF}" dt="2025-11-04T11:51:57.929" v="710"/>
          <ac:graphicFrameMkLst>
            <pc:docMk/>
            <pc:sldMk cId="576886249" sldId="267"/>
            <ac:graphicFrameMk id="10" creationId="{47756E8F-7F53-57D2-C367-6128BF19E2DE}"/>
          </ac:graphicFrameMkLst>
        </pc:graphicFrameChg>
        <pc:picChg chg="add del">
          <ac:chgData name="Marie Chauke" userId="285c5719a89fe674" providerId="LiveId" clId="{295747C1-FAEA-49A4-BBC9-32665A7DF6BF}" dt="2025-11-04T11:51:01.803" v="705" actId="26606"/>
          <ac:picMkLst>
            <pc:docMk/>
            <pc:sldMk cId="576886249" sldId="267"/>
            <ac:picMk id="8" creationId="{856617E0-F786-CD6D-60A2-A90799D89B74}"/>
          </ac:picMkLst>
        </pc:picChg>
      </pc:sldChg>
      <pc:sldChg chg="addSp delSp modSp add mod setBg">
        <pc:chgData name="Marie Chauke" userId="285c5719a89fe674" providerId="LiveId" clId="{295747C1-FAEA-49A4-BBC9-32665A7DF6BF}" dt="2025-11-04T11:52:26.762" v="713" actId="26606"/>
        <pc:sldMkLst>
          <pc:docMk/>
          <pc:sldMk cId="548999259" sldId="268"/>
        </pc:sldMkLst>
        <pc:spChg chg="mod">
          <ac:chgData name="Marie Chauke" userId="285c5719a89fe674" providerId="LiveId" clId="{295747C1-FAEA-49A4-BBC9-32665A7DF6BF}" dt="2025-11-04T11:52:20.168" v="711" actId="26606"/>
          <ac:spMkLst>
            <pc:docMk/>
            <pc:sldMk cId="548999259" sldId="268"/>
            <ac:spMk id="2" creationId="{B0784CE2-31CB-831B-D4F7-FD92A7FE968B}"/>
          </ac:spMkLst>
        </pc:spChg>
        <pc:spChg chg="mod">
          <ac:chgData name="Marie Chauke" userId="285c5719a89fe674" providerId="LiveId" clId="{295747C1-FAEA-49A4-BBC9-32665A7DF6BF}" dt="2025-11-04T11:52:23.587" v="712" actId="5793"/>
          <ac:spMkLst>
            <pc:docMk/>
            <pc:sldMk cId="548999259" sldId="268"/>
            <ac:spMk id="3" creationId="{DBBD3C9C-923F-8622-F7A4-DF37494B371E}"/>
          </ac:spMkLst>
        </pc:spChg>
        <pc:spChg chg="add del">
          <ac:chgData name="Marie Chauke" userId="285c5719a89fe674" providerId="LiveId" clId="{295747C1-FAEA-49A4-BBC9-32665A7DF6BF}" dt="2025-11-04T11:52:26.762" v="713" actId="26606"/>
          <ac:spMkLst>
            <pc:docMk/>
            <pc:sldMk cId="548999259" sldId="268"/>
            <ac:spMk id="8" creationId="{B0890400-BB8B-4A44-AB63-65C7CA223EBA}"/>
          </ac:spMkLst>
        </pc:spChg>
        <pc:spChg chg="add">
          <ac:chgData name="Marie Chauke" userId="285c5719a89fe674" providerId="LiveId" clId="{295747C1-FAEA-49A4-BBC9-32665A7DF6BF}" dt="2025-11-04T11:52:26.762" v="713" actId="26606"/>
          <ac:spMkLst>
            <pc:docMk/>
            <pc:sldMk cId="548999259" sldId="268"/>
            <ac:spMk id="15" creationId="{B0890400-BB8B-4A44-AB63-65C7CA223EBA}"/>
          </ac:spMkLst>
        </pc:spChg>
        <pc:cxnChg chg="add del">
          <ac:chgData name="Marie Chauke" userId="285c5719a89fe674" providerId="LiveId" clId="{295747C1-FAEA-49A4-BBC9-32665A7DF6BF}" dt="2025-11-04T11:52:26.762" v="713" actId="26606"/>
          <ac:cxnSpMkLst>
            <pc:docMk/>
            <pc:sldMk cId="548999259" sldId="268"/>
            <ac:cxnSpMk id="10" creationId="{4D39B797-CDC6-4529-8A36-9CBFC9816337}"/>
          </ac:cxnSpMkLst>
        </pc:cxnChg>
        <pc:cxnChg chg="add">
          <ac:chgData name="Marie Chauke" userId="285c5719a89fe674" providerId="LiveId" clId="{295747C1-FAEA-49A4-BBC9-32665A7DF6BF}" dt="2025-11-04T11:52:26.762" v="713" actId="26606"/>
          <ac:cxnSpMkLst>
            <pc:docMk/>
            <pc:sldMk cId="548999259" sldId="268"/>
            <ac:cxnSpMk id="17" creationId="{4D39B797-CDC6-4529-8A36-9CBFC9816337}"/>
          </ac:cxnSpMkLst>
        </pc:cxnChg>
      </pc:sldChg>
      <pc:sldChg chg="addSp modSp add mod">
        <pc:chgData name="Marie Chauke" userId="285c5719a89fe674" providerId="LiveId" clId="{295747C1-FAEA-49A4-BBC9-32665A7DF6BF}" dt="2025-11-04T11:54:43.916" v="719" actId="255"/>
        <pc:sldMkLst>
          <pc:docMk/>
          <pc:sldMk cId="766688442" sldId="269"/>
        </pc:sldMkLst>
        <pc:spChg chg="mod">
          <ac:chgData name="Marie Chauke" userId="285c5719a89fe674" providerId="LiveId" clId="{295747C1-FAEA-49A4-BBC9-32665A7DF6BF}" dt="2025-11-04T11:54:19.326" v="718" actId="14100"/>
          <ac:spMkLst>
            <pc:docMk/>
            <pc:sldMk cId="766688442" sldId="269"/>
            <ac:spMk id="2" creationId="{A595B4FF-5A28-E258-24D1-65C7085EC8B9}"/>
          </ac:spMkLst>
        </pc:spChg>
        <pc:spChg chg="mod">
          <ac:chgData name="Marie Chauke" userId="285c5719a89fe674" providerId="LiveId" clId="{295747C1-FAEA-49A4-BBC9-32665A7DF6BF}" dt="2025-11-04T11:54:43.916" v="719" actId="255"/>
          <ac:spMkLst>
            <pc:docMk/>
            <pc:sldMk cId="766688442" sldId="269"/>
            <ac:spMk id="3" creationId="{49A5A203-1F93-6AE7-FB16-9BE66D3963B5}"/>
          </ac:spMkLst>
        </pc:spChg>
        <pc:graphicFrameChg chg="add mod">
          <ac:chgData name="Marie Chauke" userId="285c5719a89fe674" providerId="LiveId" clId="{295747C1-FAEA-49A4-BBC9-32665A7DF6BF}" dt="2025-11-04T11:07:50.766" v="237" actId="1076"/>
          <ac:graphicFrameMkLst>
            <pc:docMk/>
            <pc:sldMk cId="766688442" sldId="269"/>
            <ac:graphicFrameMk id="6" creationId="{522594E2-D801-28C5-905B-0A7E8FA8DBBE}"/>
          </ac:graphicFrameMkLst>
        </pc:graphicFrameChg>
        <pc:picChg chg="add mod">
          <ac:chgData name="Marie Chauke" userId="285c5719a89fe674" providerId="LiveId" clId="{295747C1-FAEA-49A4-BBC9-32665A7DF6BF}" dt="2025-11-04T11:54:10.481" v="717"/>
          <ac:picMkLst>
            <pc:docMk/>
            <pc:sldMk cId="766688442" sldId="269"/>
            <ac:picMk id="4" creationId="{1A9FC3EE-9929-9647-30BD-83B62987B907}"/>
          </ac:picMkLst>
        </pc:picChg>
      </pc:sldChg>
      <pc:sldChg chg="addSp delSp modSp add mod setBg addAnim">
        <pc:chgData name="Marie Chauke" userId="285c5719a89fe674" providerId="LiveId" clId="{295747C1-FAEA-49A4-BBC9-32665A7DF6BF}" dt="2025-11-04T12:04:22.165" v="810"/>
        <pc:sldMkLst>
          <pc:docMk/>
          <pc:sldMk cId="1506838986" sldId="270"/>
        </pc:sldMkLst>
        <pc:spChg chg="mod">
          <ac:chgData name="Marie Chauke" userId="285c5719a89fe674" providerId="LiveId" clId="{295747C1-FAEA-49A4-BBC9-32665A7DF6BF}" dt="2025-11-04T12:04:22.165" v="808" actId="26606"/>
          <ac:spMkLst>
            <pc:docMk/>
            <pc:sldMk cId="1506838986" sldId="270"/>
            <ac:spMk id="2" creationId="{FA06B1C6-221E-2F8A-FA5C-154B4627B0DE}"/>
          </ac:spMkLst>
        </pc:spChg>
        <pc:spChg chg="mod">
          <ac:chgData name="Marie Chauke" userId="285c5719a89fe674" providerId="LiveId" clId="{295747C1-FAEA-49A4-BBC9-32665A7DF6BF}" dt="2025-11-04T12:04:22.165" v="808" actId="26606"/>
          <ac:spMkLst>
            <pc:docMk/>
            <pc:sldMk cId="1506838986" sldId="270"/>
            <ac:spMk id="3" creationId="{41CB1ECA-7BE0-BCCB-7DA9-174F8A7F0605}"/>
          </ac:spMkLst>
        </pc:spChg>
        <pc:spChg chg="add del">
          <ac:chgData name="Marie Chauke" userId="285c5719a89fe674" providerId="LiveId" clId="{295747C1-FAEA-49A4-BBC9-32665A7DF6BF}" dt="2025-11-04T12:04:22.165" v="807" actId="26606"/>
          <ac:spMkLst>
            <pc:docMk/>
            <pc:sldMk cId="1506838986" sldId="270"/>
            <ac:spMk id="8" creationId="{1579DD07-B6CD-4C04-8A4A-3B92CE8C8A31}"/>
          </ac:spMkLst>
        </pc:spChg>
        <pc:spChg chg="add del">
          <ac:chgData name="Marie Chauke" userId="285c5719a89fe674" providerId="LiveId" clId="{295747C1-FAEA-49A4-BBC9-32665A7DF6BF}" dt="2025-11-04T12:04:22.165" v="807" actId="26606"/>
          <ac:spMkLst>
            <pc:docMk/>
            <pc:sldMk cId="1506838986" sldId="270"/>
            <ac:spMk id="10" creationId="{36A995F0-906C-4573-A739-16EED217D852}"/>
          </ac:spMkLst>
        </pc:spChg>
        <pc:spChg chg="add">
          <ac:chgData name="Marie Chauke" userId="285c5719a89fe674" providerId="LiveId" clId="{295747C1-FAEA-49A4-BBC9-32665A7DF6BF}" dt="2025-11-04T12:04:22.165" v="808" actId="26606"/>
          <ac:spMkLst>
            <pc:docMk/>
            <pc:sldMk cId="1506838986" sldId="270"/>
            <ac:spMk id="14" creationId="{8D98EE46-797C-45B8-8337-491B94E0583F}"/>
          </ac:spMkLst>
        </pc:spChg>
        <pc:spChg chg="add">
          <ac:chgData name="Marie Chauke" userId="285c5719a89fe674" providerId="LiveId" clId="{295747C1-FAEA-49A4-BBC9-32665A7DF6BF}" dt="2025-11-04T12:04:22.165" v="808" actId="26606"/>
          <ac:spMkLst>
            <pc:docMk/>
            <pc:sldMk cId="1506838986" sldId="270"/>
            <ac:spMk id="16" creationId="{619704C7-B579-43B7-89ED-555E6619AF92}"/>
          </ac:spMkLst>
        </pc:spChg>
        <pc:cxnChg chg="add del">
          <ac:chgData name="Marie Chauke" userId="285c5719a89fe674" providerId="LiveId" clId="{295747C1-FAEA-49A4-BBC9-32665A7DF6BF}" dt="2025-11-04T12:04:22.165" v="807" actId="26606"/>
          <ac:cxnSpMkLst>
            <pc:docMk/>
            <pc:sldMk cId="1506838986" sldId="270"/>
            <ac:cxnSpMk id="12" creationId="{C3F5F06D-7250-43A5-9B61-0B7F1FD7E395}"/>
          </ac:cxnSpMkLst>
        </pc:cxnChg>
        <pc:cxnChg chg="add">
          <ac:chgData name="Marie Chauke" userId="285c5719a89fe674" providerId="LiveId" clId="{295747C1-FAEA-49A4-BBC9-32665A7DF6BF}" dt="2025-11-04T12:04:22.165" v="808" actId="26606"/>
          <ac:cxnSpMkLst>
            <pc:docMk/>
            <pc:sldMk cId="1506838986" sldId="270"/>
            <ac:cxnSpMk id="15" creationId="{4E4CA735-62CB-4665-AA7D-4A259E3F7CE6}"/>
          </ac:cxnSpMkLst>
        </pc:cxnChg>
      </pc:sldChg>
      <pc:sldChg chg="addSp delSp modSp add mod setBg">
        <pc:chgData name="Marie Chauke" userId="285c5719a89fe674" providerId="LiveId" clId="{295747C1-FAEA-49A4-BBC9-32665A7DF6BF}" dt="2025-11-04T12:06:11.548" v="815" actId="14100"/>
        <pc:sldMkLst>
          <pc:docMk/>
          <pc:sldMk cId="1101454990" sldId="271"/>
        </pc:sldMkLst>
        <pc:spChg chg="mod">
          <ac:chgData name="Marie Chauke" userId="285c5719a89fe674" providerId="LiveId" clId="{295747C1-FAEA-49A4-BBC9-32665A7DF6BF}" dt="2025-11-04T12:05:47.846" v="813" actId="26606"/>
          <ac:spMkLst>
            <pc:docMk/>
            <pc:sldMk cId="1101454990" sldId="271"/>
            <ac:spMk id="2" creationId="{6D352061-5851-006D-D275-A2012CB11D9B}"/>
          </ac:spMkLst>
        </pc:spChg>
        <pc:spChg chg="mod">
          <ac:chgData name="Marie Chauke" userId="285c5719a89fe674" providerId="LiveId" clId="{295747C1-FAEA-49A4-BBC9-32665A7DF6BF}" dt="2025-11-04T12:06:11.548" v="815" actId="14100"/>
          <ac:spMkLst>
            <pc:docMk/>
            <pc:sldMk cId="1101454990" sldId="271"/>
            <ac:spMk id="3" creationId="{6A44FCB0-0910-FBF8-A1C1-A2B0A296EBEB}"/>
          </ac:spMkLst>
        </pc:spChg>
        <pc:spChg chg="add">
          <ac:chgData name="Marie Chauke" userId="285c5719a89fe674" providerId="LiveId" clId="{295747C1-FAEA-49A4-BBC9-32665A7DF6BF}" dt="2025-11-04T12:05:47.846" v="813" actId="26606"/>
          <ac:spMkLst>
            <pc:docMk/>
            <pc:sldMk cId="1101454990" sldId="271"/>
            <ac:spMk id="8" creationId="{B0890400-BB8B-4A44-AB63-65C7CA223EBA}"/>
          </ac:spMkLst>
        </pc:spChg>
        <pc:graphicFrameChg chg="add del modGraphic">
          <ac:chgData name="Marie Chauke" userId="285c5719a89fe674" providerId="LiveId" clId="{295747C1-FAEA-49A4-BBC9-32665A7DF6BF}" dt="2025-11-04T12:05:44.581" v="812" actId="478"/>
          <ac:graphicFrameMkLst>
            <pc:docMk/>
            <pc:sldMk cId="1101454990" sldId="271"/>
            <ac:graphicFrameMk id="4" creationId="{680A92CE-1C73-5AD2-61A8-2CCA1C3C8149}"/>
          </ac:graphicFrameMkLst>
        </pc:graphicFrameChg>
        <pc:cxnChg chg="add">
          <ac:chgData name="Marie Chauke" userId="285c5719a89fe674" providerId="LiveId" clId="{295747C1-FAEA-49A4-BBC9-32665A7DF6BF}" dt="2025-11-04T12:05:47.846" v="813" actId="26606"/>
          <ac:cxnSpMkLst>
            <pc:docMk/>
            <pc:sldMk cId="1101454990" sldId="271"/>
            <ac:cxnSpMk id="10" creationId="{4D39B797-CDC6-4529-8A36-9CBFC9816337}"/>
          </ac:cxnSpMkLst>
        </pc:cxnChg>
      </pc:sldChg>
      <pc:sldChg chg="addSp delSp modSp add mod setBg">
        <pc:chgData name="Marie Chauke" userId="285c5719a89fe674" providerId="LiveId" clId="{295747C1-FAEA-49A4-BBC9-32665A7DF6BF}" dt="2025-11-04T12:07:01.079" v="824" actId="26606"/>
        <pc:sldMkLst>
          <pc:docMk/>
          <pc:sldMk cId="1475205124" sldId="272"/>
        </pc:sldMkLst>
        <pc:spChg chg="mod">
          <ac:chgData name="Marie Chauke" userId="285c5719a89fe674" providerId="LiveId" clId="{295747C1-FAEA-49A4-BBC9-32665A7DF6BF}" dt="2025-11-04T12:07:01.079" v="824" actId="26606"/>
          <ac:spMkLst>
            <pc:docMk/>
            <pc:sldMk cId="1475205124" sldId="272"/>
            <ac:spMk id="2" creationId="{FC577484-F090-0256-AEBB-FCCFCAE631AB}"/>
          </ac:spMkLst>
        </pc:spChg>
        <pc:spChg chg="add del mod">
          <ac:chgData name="Marie Chauke" userId="285c5719a89fe674" providerId="LiveId" clId="{295747C1-FAEA-49A4-BBC9-32665A7DF6BF}" dt="2025-11-04T12:07:01.079" v="824" actId="26606"/>
          <ac:spMkLst>
            <pc:docMk/>
            <pc:sldMk cId="1475205124" sldId="272"/>
            <ac:spMk id="4" creationId="{986DFF87-02EE-2241-66E5-149C88826D2C}"/>
          </ac:spMkLst>
        </pc:spChg>
        <pc:spChg chg="add del">
          <ac:chgData name="Marie Chauke" userId="285c5719a89fe674" providerId="LiveId" clId="{295747C1-FAEA-49A4-BBC9-32665A7DF6BF}" dt="2025-11-04T12:07:00.876" v="823" actId="26606"/>
          <ac:spMkLst>
            <pc:docMk/>
            <pc:sldMk cId="1475205124" sldId="272"/>
            <ac:spMk id="12" creationId="{2AB00CB7-ED49-4D37-B4D8-CEB9D4E80AE9}"/>
          </ac:spMkLst>
        </pc:spChg>
        <pc:spChg chg="add del">
          <ac:chgData name="Marie Chauke" userId="285c5719a89fe674" providerId="LiveId" clId="{295747C1-FAEA-49A4-BBC9-32665A7DF6BF}" dt="2025-11-04T12:07:00.876" v="823" actId="26606"/>
          <ac:spMkLst>
            <pc:docMk/>
            <pc:sldMk cId="1475205124" sldId="272"/>
            <ac:spMk id="13" creationId="{ECDAA17A-3559-4BC4-927B-2B51BE91FC88}"/>
          </ac:spMkLst>
        </pc:spChg>
        <pc:spChg chg="add">
          <ac:chgData name="Marie Chauke" userId="285c5719a89fe674" providerId="LiveId" clId="{295747C1-FAEA-49A4-BBC9-32665A7DF6BF}" dt="2025-11-04T12:07:01.079" v="824" actId="26606"/>
          <ac:spMkLst>
            <pc:docMk/>
            <pc:sldMk cId="1475205124" sldId="272"/>
            <ac:spMk id="16" creationId="{5623CB30-4BB7-4460-B3F9-F7129671EB2F}"/>
          </ac:spMkLst>
        </pc:spChg>
        <pc:graphicFrameChg chg="add del">
          <ac:chgData name="Marie Chauke" userId="285c5719a89fe674" providerId="LiveId" clId="{295747C1-FAEA-49A4-BBC9-32665A7DF6BF}" dt="2025-11-04T12:06:38.704" v="817" actId="26606"/>
          <ac:graphicFrameMkLst>
            <pc:docMk/>
            <pc:sldMk cId="1475205124" sldId="272"/>
            <ac:graphicFrameMk id="6" creationId="{330C1C28-8B66-9CA7-9A6B-D23DB90BD513}"/>
          </ac:graphicFrameMkLst>
        </pc:graphicFrameChg>
        <pc:graphicFrameChg chg="add del">
          <ac:chgData name="Marie Chauke" userId="285c5719a89fe674" providerId="LiveId" clId="{295747C1-FAEA-49A4-BBC9-32665A7DF6BF}" dt="2025-11-04T12:06:42.072" v="819" actId="26606"/>
          <ac:graphicFrameMkLst>
            <pc:docMk/>
            <pc:sldMk cId="1475205124" sldId="272"/>
            <ac:graphicFrameMk id="8" creationId="{9F8FA58E-BA36-DE5F-070E-6FAF93919D61}"/>
          </ac:graphicFrameMkLst>
        </pc:graphicFrameChg>
        <pc:graphicFrameChg chg="add del">
          <ac:chgData name="Marie Chauke" userId="285c5719a89fe674" providerId="LiveId" clId="{295747C1-FAEA-49A4-BBC9-32665A7DF6BF}" dt="2025-11-04T12:06:50.091" v="821" actId="26606"/>
          <ac:graphicFrameMkLst>
            <pc:docMk/>
            <pc:sldMk cId="1475205124" sldId="272"/>
            <ac:graphicFrameMk id="10" creationId="{F5002AE2-82D4-BDC9-28CA-B07133216BE3}"/>
          </ac:graphicFrameMkLst>
        </pc:graphicFrameChg>
        <pc:graphicFrameChg chg="add del">
          <ac:chgData name="Marie Chauke" userId="285c5719a89fe674" providerId="LiveId" clId="{295747C1-FAEA-49A4-BBC9-32665A7DF6BF}" dt="2025-11-04T12:07:00.876" v="823" actId="26606"/>
          <ac:graphicFrameMkLst>
            <pc:docMk/>
            <pc:sldMk cId="1475205124" sldId="272"/>
            <ac:graphicFrameMk id="14" creationId="{EAC02F75-A271-6201-B5A9-E5AA66D8B451}"/>
          </ac:graphicFrameMkLst>
        </pc:graphicFrameChg>
        <pc:graphicFrameChg chg="add">
          <ac:chgData name="Marie Chauke" userId="285c5719a89fe674" providerId="LiveId" clId="{295747C1-FAEA-49A4-BBC9-32665A7DF6BF}" dt="2025-11-04T12:07:01.079" v="824" actId="26606"/>
          <ac:graphicFrameMkLst>
            <pc:docMk/>
            <pc:sldMk cId="1475205124" sldId="272"/>
            <ac:graphicFrameMk id="18" creationId="{5CEC2BC5-8043-D1AA-1E1A-6B7B10237046}"/>
          </ac:graphicFrameMkLst>
        </pc:graphicFrameChg>
        <pc:cxnChg chg="add">
          <ac:chgData name="Marie Chauke" userId="285c5719a89fe674" providerId="LiveId" clId="{295747C1-FAEA-49A4-BBC9-32665A7DF6BF}" dt="2025-11-04T12:07:01.079" v="824" actId="26606"/>
          <ac:cxnSpMkLst>
            <pc:docMk/>
            <pc:sldMk cId="1475205124" sldId="272"/>
            <ac:cxnSpMk id="17" creationId="{EF0BD310-B3D2-4A7F-BB39-05C1A1A0D3CD}"/>
          </ac:cxnSpMkLst>
        </pc:cxnChg>
      </pc:sldChg>
      <pc:sldChg chg="addSp delSp modSp add mod setBg">
        <pc:chgData name="Marie Chauke" userId="285c5719a89fe674" providerId="LiveId" clId="{295747C1-FAEA-49A4-BBC9-32665A7DF6BF}" dt="2025-11-04T12:07:31.269" v="829" actId="26606"/>
        <pc:sldMkLst>
          <pc:docMk/>
          <pc:sldMk cId="2034055489" sldId="273"/>
        </pc:sldMkLst>
        <pc:spChg chg="mod">
          <ac:chgData name="Marie Chauke" userId="285c5719a89fe674" providerId="LiveId" clId="{295747C1-FAEA-49A4-BBC9-32665A7DF6BF}" dt="2025-11-04T12:07:31.222" v="828" actId="26606"/>
          <ac:spMkLst>
            <pc:docMk/>
            <pc:sldMk cId="2034055489" sldId="273"/>
            <ac:spMk id="2" creationId="{F5DDE3A4-BD64-27AD-1B96-0EC84505016B}"/>
          </ac:spMkLst>
        </pc:spChg>
        <pc:spChg chg="add del">
          <ac:chgData name="Marie Chauke" userId="285c5719a89fe674" providerId="LiveId" clId="{295747C1-FAEA-49A4-BBC9-32665A7DF6BF}" dt="2025-11-04T12:07:31.269" v="829" actId="26606"/>
          <ac:spMkLst>
            <pc:docMk/>
            <pc:sldMk cId="2034055489" sldId="273"/>
            <ac:spMk id="4" creationId="{C0904163-71AF-C8EE-91A4-B440DF85C3D6}"/>
          </ac:spMkLst>
        </pc:spChg>
        <pc:spChg chg="add del">
          <ac:chgData name="Marie Chauke" userId="285c5719a89fe674" providerId="LiveId" clId="{295747C1-FAEA-49A4-BBC9-32665A7DF6BF}" dt="2025-11-04T12:07:23.840" v="826" actId="26606"/>
          <ac:spMkLst>
            <pc:docMk/>
            <pc:sldMk cId="2034055489" sldId="273"/>
            <ac:spMk id="10" creationId="{05E0CE8A-B373-428C-8818-499181F94041}"/>
          </ac:spMkLst>
        </pc:spChg>
        <pc:graphicFrameChg chg="add del">
          <ac:chgData name="Marie Chauke" userId="285c5719a89fe674" providerId="LiveId" clId="{295747C1-FAEA-49A4-BBC9-32665A7DF6BF}" dt="2025-11-04T12:07:23.840" v="826" actId="26606"/>
          <ac:graphicFrameMkLst>
            <pc:docMk/>
            <pc:sldMk cId="2034055489" sldId="273"/>
            <ac:graphicFrameMk id="6" creationId="{CF00D812-2FF7-714D-4822-54141C6E24DD}"/>
          </ac:graphicFrameMkLst>
        </pc:graphicFrameChg>
        <pc:graphicFrameChg chg="add del">
          <ac:chgData name="Marie Chauke" userId="285c5719a89fe674" providerId="LiveId" clId="{295747C1-FAEA-49A4-BBC9-32665A7DF6BF}" dt="2025-11-04T12:07:31.222" v="828" actId="26606"/>
          <ac:graphicFrameMkLst>
            <pc:docMk/>
            <pc:sldMk cId="2034055489" sldId="273"/>
            <ac:graphicFrameMk id="12" creationId="{CD956DAB-AF94-2C46-17B7-E94E787CEF16}"/>
          </ac:graphicFrameMkLst>
        </pc:graphicFrameChg>
        <pc:graphicFrameChg chg="add">
          <ac:chgData name="Marie Chauke" userId="285c5719a89fe674" providerId="LiveId" clId="{295747C1-FAEA-49A4-BBC9-32665A7DF6BF}" dt="2025-11-04T12:07:31.269" v="829" actId="26606"/>
          <ac:graphicFrameMkLst>
            <pc:docMk/>
            <pc:sldMk cId="2034055489" sldId="273"/>
            <ac:graphicFrameMk id="14" creationId="{2408E6EB-BBCF-328E-FAE6-011EC0DBD55C}"/>
          </ac:graphicFrameMkLst>
        </pc:graphicFrameChg>
      </pc:sldChg>
      <pc:sldChg chg="addSp delSp modSp add mod setBg">
        <pc:chgData name="Marie Chauke" userId="285c5719a89fe674" providerId="LiveId" clId="{295747C1-FAEA-49A4-BBC9-32665A7DF6BF}" dt="2025-11-04T12:09:00.081" v="834" actId="26606"/>
        <pc:sldMkLst>
          <pc:docMk/>
          <pc:sldMk cId="620493710" sldId="274"/>
        </pc:sldMkLst>
        <pc:spChg chg="mod">
          <ac:chgData name="Marie Chauke" userId="285c5719a89fe674" providerId="LiveId" clId="{295747C1-FAEA-49A4-BBC9-32665A7DF6BF}" dt="2025-11-04T12:09:00.081" v="834" actId="26606"/>
          <ac:spMkLst>
            <pc:docMk/>
            <pc:sldMk cId="620493710" sldId="274"/>
            <ac:spMk id="2" creationId="{226E4DA7-A422-4D98-248C-02966BFF7B9E}"/>
          </ac:spMkLst>
        </pc:spChg>
        <pc:spChg chg="add del">
          <ac:chgData name="Marie Chauke" userId="285c5719a89fe674" providerId="LiveId" clId="{295747C1-FAEA-49A4-BBC9-32665A7DF6BF}" dt="2025-11-04T12:09:00.081" v="834" actId="26606"/>
          <ac:spMkLst>
            <pc:docMk/>
            <pc:sldMk cId="620493710" sldId="274"/>
            <ac:spMk id="4" creationId="{EB136300-0588-F9D2-9E6E-BCFD15A4ACED}"/>
          </ac:spMkLst>
        </pc:spChg>
        <pc:graphicFrameChg chg="add del">
          <ac:chgData name="Marie Chauke" userId="285c5719a89fe674" providerId="LiveId" clId="{295747C1-FAEA-49A4-BBC9-32665A7DF6BF}" dt="2025-11-04T12:08:52.588" v="831" actId="26606"/>
          <ac:graphicFrameMkLst>
            <pc:docMk/>
            <pc:sldMk cId="620493710" sldId="274"/>
            <ac:graphicFrameMk id="6" creationId="{7D2D59FE-FF0A-BF10-EE84-E01077026D23}"/>
          </ac:graphicFrameMkLst>
        </pc:graphicFrameChg>
        <pc:graphicFrameChg chg="add del">
          <ac:chgData name="Marie Chauke" userId="285c5719a89fe674" providerId="LiveId" clId="{295747C1-FAEA-49A4-BBC9-32665A7DF6BF}" dt="2025-11-04T12:09:00.066" v="833" actId="26606"/>
          <ac:graphicFrameMkLst>
            <pc:docMk/>
            <pc:sldMk cId="620493710" sldId="274"/>
            <ac:graphicFrameMk id="8" creationId="{D75B75DD-2911-9C64-F384-756487D286EB}"/>
          </ac:graphicFrameMkLst>
        </pc:graphicFrameChg>
        <pc:graphicFrameChg chg="add">
          <ac:chgData name="Marie Chauke" userId="285c5719a89fe674" providerId="LiveId" clId="{295747C1-FAEA-49A4-BBC9-32665A7DF6BF}" dt="2025-11-04T12:09:00.081" v="834" actId="26606"/>
          <ac:graphicFrameMkLst>
            <pc:docMk/>
            <pc:sldMk cId="620493710" sldId="274"/>
            <ac:graphicFrameMk id="10" creationId="{33CDF278-6545-14E6-9B76-5244CC786FC7}"/>
          </ac:graphicFrameMkLst>
        </pc:graphicFrameChg>
      </pc:sldChg>
      <pc:sldChg chg="addSp delSp modSp add mod setBg">
        <pc:chgData name="Marie Chauke" userId="285c5719a89fe674" providerId="LiveId" clId="{295747C1-FAEA-49A4-BBC9-32665A7DF6BF}" dt="2025-11-04T12:09:23.225" v="835" actId="26606"/>
        <pc:sldMkLst>
          <pc:docMk/>
          <pc:sldMk cId="1817791604" sldId="275"/>
        </pc:sldMkLst>
        <pc:spChg chg="mod">
          <ac:chgData name="Marie Chauke" userId="285c5719a89fe674" providerId="LiveId" clId="{295747C1-FAEA-49A4-BBC9-32665A7DF6BF}" dt="2025-11-04T12:09:23.225" v="835" actId="26606"/>
          <ac:spMkLst>
            <pc:docMk/>
            <pc:sldMk cId="1817791604" sldId="275"/>
            <ac:spMk id="2" creationId="{8EDAB222-A896-727E-8115-90B938D17404}"/>
          </ac:spMkLst>
        </pc:spChg>
        <pc:spChg chg="del">
          <ac:chgData name="Marie Chauke" userId="285c5719a89fe674" providerId="LiveId" clId="{295747C1-FAEA-49A4-BBC9-32665A7DF6BF}" dt="2025-11-04T12:09:23.225" v="835" actId="26606"/>
          <ac:spMkLst>
            <pc:docMk/>
            <pc:sldMk cId="1817791604" sldId="275"/>
            <ac:spMk id="4" creationId="{E75F50A2-5DF7-2B15-07CC-F69BF8497417}"/>
          </ac:spMkLst>
        </pc:spChg>
        <pc:graphicFrameChg chg="add">
          <ac:chgData name="Marie Chauke" userId="285c5719a89fe674" providerId="LiveId" clId="{295747C1-FAEA-49A4-BBC9-32665A7DF6BF}" dt="2025-11-04T12:09:23.225" v="835" actId="26606"/>
          <ac:graphicFrameMkLst>
            <pc:docMk/>
            <pc:sldMk cId="1817791604" sldId="275"/>
            <ac:graphicFrameMk id="6" creationId="{0625E306-D129-1E1B-7BEF-9E61C4B80A25}"/>
          </ac:graphicFrameMkLst>
        </pc:graphicFrameChg>
      </pc:sldChg>
      <pc:sldChg chg="addSp delSp modSp add mod setBg">
        <pc:chgData name="Marie Chauke" userId="285c5719a89fe674" providerId="LiveId" clId="{295747C1-FAEA-49A4-BBC9-32665A7DF6BF}" dt="2025-11-04T12:10:55.282" v="843" actId="26606"/>
        <pc:sldMkLst>
          <pc:docMk/>
          <pc:sldMk cId="3613475961" sldId="276"/>
        </pc:sldMkLst>
        <pc:spChg chg="add mod ord">
          <ac:chgData name="Marie Chauke" userId="285c5719a89fe674" providerId="LiveId" clId="{295747C1-FAEA-49A4-BBC9-32665A7DF6BF}" dt="2025-11-04T12:10:55.282" v="843" actId="26606"/>
          <ac:spMkLst>
            <pc:docMk/>
            <pc:sldMk cId="3613475961" sldId="276"/>
            <ac:spMk id="2" creationId="{9B118938-B653-0EBF-AFFB-7D1668A961A8}"/>
          </ac:spMkLst>
        </pc:spChg>
        <pc:spChg chg="add mod ord">
          <ac:chgData name="Marie Chauke" userId="285c5719a89fe674" providerId="LiveId" clId="{295747C1-FAEA-49A4-BBC9-32665A7DF6BF}" dt="2025-11-04T12:10:55.282" v="843" actId="26606"/>
          <ac:spMkLst>
            <pc:docMk/>
            <pc:sldMk cId="3613475961" sldId="276"/>
            <ac:spMk id="5" creationId="{899F245B-FD94-990D-D2A6-516767A5D25C}"/>
          </ac:spMkLst>
        </pc:spChg>
        <pc:spChg chg="add del">
          <ac:chgData name="Marie Chauke" userId="285c5719a89fe674" providerId="LiveId" clId="{295747C1-FAEA-49A4-BBC9-32665A7DF6BF}" dt="2025-11-04T12:10:55.282" v="843" actId="26606"/>
          <ac:spMkLst>
            <pc:docMk/>
            <pc:sldMk cId="3613475961" sldId="276"/>
            <ac:spMk id="10" creationId="{1579DD07-B6CD-4C04-8A4A-3B92CE8C8A31}"/>
          </ac:spMkLst>
        </pc:spChg>
        <pc:spChg chg="add del">
          <ac:chgData name="Marie Chauke" userId="285c5719a89fe674" providerId="LiveId" clId="{295747C1-FAEA-49A4-BBC9-32665A7DF6BF}" dt="2025-11-04T12:10:55.282" v="843" actId="26606"/>
          <ac:spMkLst>
            <pc:docMk/>
            <pc:sldMk cId="3613475961" sldId="276"/>
            <ac:spMk id="12" creationId="{36A995F0-906C-4573-A739-16EED217D852}"/>
          </ac:spMkLst>
        </pc:spChg>
        <pc:spChg chg="add">
          <ac:chgData name="Marie Chauke" userId="285c5719a89fe674" providerId="LiveId" clId="{295747C1-FAEA-49A4-BBC9-32665A7DF6BF}" dt="2025-11-04T12:10:55.282" v="843" actId="26606"/>
          <ac:spMkLst>
            <pc:docMk/>
            <pc:sldMk cId="3613475961" sldId="276"/>
            <ac:spMk id="19" creationId="{B64F47E8-C2CA-43A6-9404-03BADA34D765}"/>
          </ac:spMkLst>
        </pc:spChg>
        <pc:spChg chg="add">
          <ac:chgData name="Marie Chauke" userId="285c5719a89fe674" providerId="LiveId" clId="{295747C1-FAEA-49A4-BBC9-32665A7DF6BF}" dt="2025-11-04T12:10:55.282" v="843" actId="26606"/>
          <ac:spMkLst>
            <pc:docMk/>
            <pc:sldMk cId="3613475961" sldId="276"/>
            <ac:spMk id="21" creationId="{FF01D43C-86DB-4B5D-A163-81BC9420129A}"/>
          </ac:spMkLst>
        </pc:spChg>
        <pc:spChg chg="del mod">
          <ac:chgData name="Marie Chauke" userId="285c5719a89fe674" providerId="LiveId" clId="{295747C1-FAEA-49A4-BBC9-32665A7DF6BF}" dt="2025-11-04T11:17:22.659" v="326"/>
          <ac:spMkLst>
            <pc:docMk/>
            <pc:sldMk cId="3613475961" sldId="276"/>
            <ac:spMk id="22" creationId="{D8550D77-C9D9-D7B6-FA2A-0103AAB4B03B}"/>
          </ac:spMkLst>
        </pc:spChg>
        <pc:spChg chg="add">
          <ac:chgData name="Marie Chauke" userId="285c5719a89fe674" providerId="LiveId" clId="{295747C1-FAEA-49A4-BBC9-32665A7DF6BF}" dt="2025-11-04T12:10:55.282" v="843" actId="26606"/>
          <ac:spMkLst>
            <pc:docMk/>
            <pc:sldMk cId="3613475961" sldId="276"/>
            <ac:spMk id="23" creationId="{36A995F0-906C-4573-A739-16EED217D852}"/>
          </ac:spMkLst>
        </pc:spChg>
        <pc:cxnChg chg="add del">
          <ac:chgData name="Marie Chauke" userId="285c5719a89fe674" providerId="LiveId" clId="{295747C1-FAEA-49A4-BBC9-32665A7DF6BF}" dt="2025-11-04T12:10:55.282" v="843" actId="26606"/>
          <ac:cxnSpMkLst>
            <pc:docMk/>
            <pc:sldMk cId="3613475961" sldId="276"/>
            <ac:cxnSpMk id="14" creationId="{C3F5F06D-7250-43A5-9B61-0B7F1FD7E395}"/>
          </ac:cxnSpMkLst>
        </pc:cxnChg>
        <pc:cxnChg chg="add">
          <ac:chgData name="Marie Chauke" userId="285c5719a89fe674" providerId="LiveId" clId="{295747C1-FAEA-49A4-BBC9-32665A7DF6BF}" dt="2025-11-04T12:10:55.282" v="843" actId="26606"/>
          <ac:cxnSpMkLst>
            <pc:docMk/>
            <pc:sldMk cId="3613475961" sldId="276"/>
            <ac:cxnSpMk id="25" creationId="{C3F5F06D-7250-43A5-9B61-0B7F1FD7E395}"/>
          </ac:cxnSpMkLst>
        </pc:cxnChg>
      </pc:sldChg>
      <pc:sldChg chg="delSp modSp add del mod ord">
        <pc:chgData name="Marie Chauke" userId="285c5719a89fe674" providerId="LiveId" clId="{295747C1-FAEA-49A4-BBC9-32665A7DF6BF}" dt="2025-11-04T11:18:54.717" v="342" actId="47"/>
        <pc:sldMkLst>
          <pc:docMk/>
          <pc:sldMk cId="1920754565" sldId="277"/>
        </pc:sldMkLst>
        <pc:spChg chg="del mod">
          <ac:chgData name="Marie Chauke" userId="285c5719a89fe674" providerId="LiveId" clId="{295747C1-FAEA-49A4-BBC9-32665A7DF6BF}" dt="2025-11-04T11:18:27.251" v="336"/>
          <ac:spMkLst>
            <pc:docMk/>
            <pc:sldMk cId="1920754565" sldId="277"/>
            <ac:spMk id="20" creationId="{A497138C-E5A6-3301-E99C-CC094F8AA67E}"/>
          </ac:spMkLst>
        </pc:spChg>
        <pc:spChg chg="del mod">
          <ac:chgData name="Marie Chauke" userId="285c5719a89fe674" providerId="LiveId" clId="{295747C1-FAEA-49A4-BBC9-32665A7DF6BF}" dt="2025-11-04T11:18:15.080" v="332"/>
          <ac:spMkLst>
            <pc:docMk/>
            <pc:sldMk cId="1920754565" sldId="277"/>
            <ac:spMk id="22" creationId="{35E6AFDF-8846-5BCA-9784-CF172D47371F}"/>
          </ac:spMkLst>
        </pc:spChg>
      </pc:sldChg>
      <pc:sldChg chg="addSp delSp modSp add mod setBg chgLayout">
        <pc:chgData name="Marie Chauke" userId="285c5719a89fe674" providerId="LiveId" clId="{295747C1-FAEA-49A4-BBC9-32665A7DF6BF}" dt="2025-11-04T12:18:22.871" v="915"/>
        <pc:sldMkLst>
          <pc:docMk/>
          <pc:sldMk cId="3820539054" sldId="278"/>
        </pc:sldMkLst>
        <pc:spChg chg="add del mod ord">
          <ac:chgData name="Marie Chauke" userId="285c5719a89fe674" providerId="LiveId" clId="{295747C1-FAEA-49A4-BBC9-32665A7DF6BF}" dt="2025-11-04T12:17:25.305" v="899" actId="700"/>
          <ac:spMkLst>
            <pc:docMk/>
            <pc:sldMk cId="3820539054" sldId="278"/>
            <ac:spMk id="2" creationId="{282755AF-79AE-996D-976E-BC56D9C7D9A8}"/>
          </ac:spMkLst>
        </pc:spChg>
        <pc:spChg chg="add del mod ord">
          <ac:chgData name="Marie Chauke" userId="285c5719a89fe674" providerId="LiveId" clId="{295747C1-FAEA-49A4-BBC9-32665A7DF6BF}" dt="2025-11-04T12:17:25.305" v="899" actId="700"/>
          <ac:spMkLst>
            <pc:docMk/>
            <pc:sldMk cId="3820539054" sldId="278"/>
            <ac:spMk id="3" creationId="{05686055-4F66-1CCB-DB12-8B97809580E9}"/>
          </ac:spMkLst>
        </pc:spChg>
        <pc:spChg chg="add mod ord">
          <ac:chgData name="Marie Chauke" userId="285c5719a89fe674" providerId="LiveId" clId="{295747C1-FAEA-49A4-BBC9-32665A7DF6BF}" dt="2025-11-04T12:18:18.243" v="912" actId="26606"/>
          <ac:spMkLst>
            <pc:docMk/>
            <pc:sldMk cId="3820539054" sldId="278"/>
            <ac:spMk id="4" creationId="{A64D50FD-674E-EED3-546C-E3EC01E98D76}"/>
          </ac:spMkLst>
        </pc:spChg>
        <pc:spChg chg="add del mod ord">
          <ac:chgData name="Marie Chauke" userId="285c5719a89fe674" providerId="LiveId" clId="{295747C1-FAEA-49A4-BBC9-32665A7DF6BF}" dt="2025-11-04T12:18:22.871" v="915"/>
          <ac:spMkLst>
            <pc:docMk/>
            <pc:sldMk cId="3820539054" sldId="278"/>
            <ac:spMk id="5" creationId="{899F245B-FD94-990D-D2A6-516767A5D25C}"/>
          </ac:spMkLst>
        </pc:spChg>
        <pc:spChg chg="add del mod ord">
          <ac:chgData name="Marie Chauke" userId="285c5719a89fe674" providerId="LiveId" clId="{295747C1-FAEA-49A4-BBC9-32665A7DF6BF}" dt="2025-11-04T12:18:18.275" v="913" actId="26606"/>
          <ac:spMkLst>
            <pc:docMk/>
            <pc:sldMk cId="3820539054" sldId="278"/>
            <ac:spMk id="6" creationId="{D785DBB9-1FEB-A4A3-5801-0204F3DED806}"/>
          </ac:spMkLst>
        </pc:spChg>
        <pc:spChg chg="del mod">
          <ac:chgData name="Marie Chauke" userId="285c5719a89fe674" providerId="LiveId" clId="{295747C1-FAEA-49A4-BBC9-32665A7DF6BF}" dt="2025-11-04T11:19:23.954" v="346"/>
          <ac:spMkLst>
            <pc:docMk/>
            <pc:sldMk cId="3820539054" sldId="278"/>
            <ac:spMk id="7" creationId="{039FBA4F-4318-F7D9-D18F-F93EB417F785}"/>
          </ac:spMkLst>
        </pc:spChg>
        <pc:spChg chg="add del">
          <ac:chgData name="Marie Chauke" userId="285c5719a89fe674" providerId="LiveId" clId="{295747C1-FAEA-49A4-BBC9-32665A7DF6BF}" dt="2025-11-04T12:18:09.808" v="910" actId="26606"/>
          <ac:spMkLst>
            <pc:docMk/>
            <pc:sldMk cId="3820539054" sldId="278"/>
            <ac:spMk id="12" creationId="{05E0CE8A-B373-428C-8818-499181F94041}"/>
          </ac:spMkLst>
        </pc:spChg>
        <pc:graphicFrameChg chg="add del">
          <ac:chgData name="Marie Chauke" userId="285c5719a89fe674" providerId="LiveId" clId="{295747C1-FAEA-49A4-BBC9-32665A7DF6BF}" dt="2025-11-04T12:18:09.808" v="910" actId="26606"/>
          <ac:graphicFrameMkLst>
            <pc:docMk/>
            <pc:sldMk cId="3820539054" sldId="278"/>
            <ac:graphicFrameMk id="8" creationId="{34A10F98-C18D-71B3-F788-939C9E971BD7}"/>
          </ac:graphicFrameMkLst>
        </pc:graphicFrameChg>
        <pc:graphicFrameChg chg="add del">
          <ac:chgData name="Marie Chauke" userId="285c5719a89fe674" providerId="LiveId" clId="{295747C1-FAEA-49A4-BBC9-32665A7DF6BF}" dt="2025-11-04T12:18:18.243" v="912" actId="26606"/>
          <ac:graphicFrameMkLst>
            <pc:docMk/>
            <pc:sldMk cId="3820539054" sldId="278"/>
            <ac:graphicFrameMk id="14" creationId="{484A40AD-44BA-E523-BF6A-345373948871}"/>
          </ac:graphicFrameMkLst>
        </pc:graphicFrameChg>
        <pc:graphicFrameChg chg="add">
          <ac:chgData name="Marie Chauke" userId="285c5719a89fe674" providerId="LiveId" clId="{295747C1-FAEA-49A4-BBC9-32665A7DF6BF}" dt="2025-11-04T12:18:18.275" v="913" actId="26606"/>
          <ac:graphicFrameMkLst>
            <pc:docMk/>
            <pc:sldMk cId="3820539054" sldId="278"/>
            <ac:graphicFrameMk id="16" creationId="{8D5EFD93-F2C4-5669-8A3E-CC1DE781FAA7}"/>
          </ac:graphicFrameMkLst>
        </pc:graphicFrameChg>
      </pc:sldChg>
      <pc:sldChg chg="addSp modSp add mod setBg">
        <pc:chgData name="Marie Chauke" userId="285c5719a89fe674" providerId="LiveId" clId="{295747C1-FAEA-49A4-BBC9-32665A7DF6BF}" dt="2025-11-04T12:19:39.926" v="929" actId="26606"/>
        <pc:sldMkLst>
          <pc:docMk/>
          <pc:sldMk cId="2851848726" sldId="279"/>
        </pc:sldMkLst>
        <pc:spChg chg="add">
          <ac:chgData name="Marie Chauke" userId="285c5719a89fe674" providerId="LiveId" clId="{295747C1-FAEA-49A4-BBC9-32665A7DF6BF}" dt="2025-11-04T12:19:39.926" v="929" actId="26606"/>
          <ac:spMkLst>
            <pc:docMk/>
            <pc:sldMk cId="2851848726" sldId="279"/>
            <ac:spMk id="10" creationId="{C61657BD-3333-446A-A16A-CBDC77C8E559}"/>
          </ac:spMkLst>
        </pc:spChg>
        <pc:spChg chg="add">
          <ac:chgData name="Marie Chauke" userId="285c5719a89fe674" providerId="LiveId" clId="{295747C1-FAEA-49A4-BBC9-32665A7DF6BF}" dt="2025-11-04T12:19:39.926" v="929" actId="26606"/>
          <ac:spMkLst>
            <pc:docMk/>
            <pc:sldMk cId="2851848726" sldId="279"/>
            <ac:spMk id="12" creationId="{52CAFF06-4D3A-42A5-8614-B1FA47EA0F6D}"/>
          </ac:spMkLst>
        </pc:spChg>
        <pc:picChg chg="mod">
          <ac:chgData name="Marie Chauke" userId="285c5719a89fe674" providerId="LiveId" clId="{295747C1-FAEA-49A4-BBC9-32665A7DF6BF}" dt="2025-11-04T12:19:39.926" v="929" actId="26606"/>
          <ac:picMkLst>
            <pc:docMk/>
            <pc:sldMk cId="2851848726" sldId="279"/>
            <ac:picMk id="5" creationId="{D9F740A7-58F6-A0F2-694B-29418A25051F}"/>
          </ac:picMkLst>
        </pc:picChg>
      </pc:sldChg>
      <pc:sldChg chg="addSp delSp modSp new mod modTransition setBg">
        <pc:chgData name="Marie Chauke" userId="285c5719a89fe674" providerId="LiveId" clId="{295747C1-FAEA-49A4-BBC9-32665A7DF6BF}" dt="2025-11-04T18:08:01.178" v="933"/>
        <pc:sldMkLst>
          <pc:docMk/>
          <pc:sldMk cId="1235512241" sldId="280"/>
        </pc:sldMkLst>
        <pc:spChg chg="mod">
          <ac:chgData name="Marie Chauke" userId="285c5719a89fe674" providerId="LiveId" clId="{295747C1-FAEA-49A4-BBC9-32665A7DF6BF}" dt="2025-11-04T11:34:47.828" v="569" actId="26606"/>
          <ac:spMkLst>
            <pc:docMk/>
            <pc:sldMk cId="1235512241" sldId="280"/>
            <ac:spMk id="2" creationId="{7D0960A6-3B67-AC7A-0890-D5C03C9068AA}"/>
          </ac:spMkLst>
        </pc:spChg>
        <pc:spChg chg="mod">
          <ac:chgData name="Marie Chauke" userId="285c5719a89fe674" providerId="LiveId" clId="{295747C1-FAEA-49A4-BBC9-32665A7DF6BF}" dt="2025-11-04T11:34:47.828" v="569" actId="26606"/>
          <ac:spMkLst>
            <pc:docMk/>
            <pc:sldMk cId="1235512241" sldId="280"/>
            <ac:spMk id="3" creationId="{B0458C03-7F1D-1CD2-1905-E3A4260AFC75}"/>
          </ac:spMkLst>
        </pc:spChg>
        <pc:spChg chg="add del">
          <ac:chgData name="Marie Chauke" userId="285c5719a89fe674" providerId="LiveId" clId="{295747C1-FAEA-49A4-BBC9-32665A7DF6BF}" dt="2025-11-04T11:34:47.813" v="568" actId="26606"/>
          <ac:spMkLst>
            <pc:docMk/>
            <pc:sldMk cId="1235512241" sldId="280"/>
            <ac:spMk id="8" creationId="{2A6A94D0-2BF4-453C-8034-7742BE496609}"/>
          </ac:spMkLst>
        </pc:spChg>
        <pc:spChg chg="add del">
          <ac:chgData name="Marie Chauke" userId="285c5719a89fe674" providerId="LiveId" clId="{295747C1-FAEA-49A4-BBC9-32665A7DF6BF}" dt="2025-11-04T11:34:47.813" v="568" actId="26606"/>
          <ac:spMkLst>
            <pc:docMk/>
            <pc:sldMk cId="1235512241" sldId="280"/>
            <ac:spMk id="12" creationId="{62AE8E50-35D4-4D5A-A4BB-168CBB027DA2}"/>
          </ac:spMkLst>
        </pc:spChg>
        <pc:spChg chg="add del">
          <ac:chgData name="Marie Chauke" userId="285c5719a89fe674" providerId="LiveId" clId="{295747C1-FAEA-49A4-BBC9-32665A7DF6BF}" dt="2025-11-04T11:34:47.813" v="568" actId="26606"/>
          <ac:spMkLst>
            <pc:docMk/>
            <pc:sldMk cId="1235512241" sldId="280"/>
            <ac:spMk id="14" creationId="{B94D87A0-BA55-4A8B-9FD6-6109543D2BD4}"/>
          </ac:spMkLst>
        </pc:spChg>
        <pc:spChg chg="add del">
          <ac:chgData name="Marie Chauke" userId="285c5719a89fe674" providerId="LiveId" clId="{295747C1-FAEA-49A4-BBC9-32665A7DF6BF}" dt="2025-11-04T11:34:47.813" v="568" actId="26606"/>
          <ac:spMkLst>
            <pc:docMk/>
            <pc:sldMk cId="1235512241" sldId="280"/>
            <ac:spMk id="16" creationId="{1B26E892-1320-40AA-9CA1-246721C18768}"/>
          </ac:spMkLst>
        </pc:spChg>
        <pc:spChg chg="add">
          <ac:chgData name="Marie Chauke" userId="285c5719a89fe674" providerId="LiveId" clId="{295747C1-FAEA-49A4-BBC9-32665A7DF6BF}" dt="2025-11-04T11:34:47.828" v="569" actId="26606"/>
          <ac:spMkLst>
            <pc:docMk/>
            <pc:sldMk cId="1235512241" sldId="280"/>
            <ac:spMk id="20" creationId="{2A6A94D0-2BF4-453C-8034-7742BE496609}"/>
          </ac:spMkLst>
        </pc:spChg>
        <pc:spChg chg="add">
          <ac:chgData name="Marie Chauke" userId="285c5719a89fe674" providerId="LiveId" clId="{295747C1-FAEA-49A4-BBC9-32665A7DF6BF}" dt="2025-11-04T11:34:47.828" v="569" actId="26606"/>
          <ac:spMkLst>
            <pc:docMk/>
            <pc:sldMk cId="1235512241" sldId="280"/>
            <ac:spMk id="22" creationId="{8D98EE46-797C-45B8-8337-491B94E0583F}"/>
          </ac:spMkLst>
        </pc:spChg>
        <pc:spChg chg="add">
          <ac:chgData name="Marie Chauke" userId="285c5719a89fe674" providerId="LiveId" clId="{295747C1-FAEA-49A4-BBC9-32665A7DF6BF}" dt="2025-11-04T11:34:47.828" v="569" actId="26606"/>
          <ac:spMkLst>
            <pc:docMk/>
            <pc:sldMk cId="1235512241" sldId="280"/>
            <ac:spMk id="24" creationId="{619704C7-B579-43B7-89ED-555E6619AF92}"/>
          </ac:spMkLst>
        </pc:spChg>
        <pc:cxnChg chg="add del">
          <ac:chgData name="Marie Chauke" userId="285c5719a89fe674" providerId="LiveId" clId="{295747C1-FAEA-49A4-BBC9-32665A7DF6BF}" dt="2025-11-04T11:34:47.813" v="568" actId="26606"/>
          <ac:cxnSpMkLst>
            <pc:docMk/>
            <pc:sldMk cId="1235512241" sldId="280"/>
            <ac:cxnSpMk id="10" creationId="{8A115BBF-8011-4E68-A9C9-48D0792E7264}"/>
          </ac:cxnSpMkLst>
        </pc:cxnChg>
        <pc:cxnChg chg="add del">
          <ac:chgData name="Marie Chauke" userId="285c5719a89fe674" providerId="LiveId" clId="{295747C1-FAEA-49A4-BBC9-32665A7DF6BF}" dt="2025-11-04T11:34:47.813" v="568" actId="26606"/>
          <ac:cxnSpMkLst>
            <pc:docMk/>
            <pc:sldMk cId="1235512241" sldId="280"/>
            <ac:cxnSpMk id="18" creationId="{C9A1F79C-E4D1-4AAE-BA11-3A09005252E3}"/>
          </ac:cxnSpMkLst>
        </pc:cxnChg>
        <pc:cxnChg chg="add">
          <ac:chgData name="Marie Chauke" userId="285c5719a89fe674" providerId="LiveId" clId="{295747C1-FAEA-49A4-BBC9-32665A7DF6BF}" dt="2025-11-04T11:34:47.828" v="569" actId="26606"/>
          <ac:cxnSpMkLst>
            <pc:docMk/>
            <pc:sldMk cId="1235512241" sldId="280"/>
            <ac:cxnSpMk id="21" creationId="{8A115BBF-8011-4E68-A9C9-48D0792E7264}"/>
          </ac:cxnSpMkLst>
        </pc:cxnChg>
        <pc:cxnChg chg="add">
          <ac:chgData name="Marie Chauke" userId="285c5719a89fe674" providerId="LiveId" clId="{295747C1-FAEA-49A4-BBC9-32665A7DF6BF}" dt="2025-11-04T11:34:47.828" v="569" actId="26606"/>
          <ac:cxnSpMkLst>
            <pc:docMk/>
            <pc:sldMk cId="1235512241" sldId="280"/>
            <ac:cxnSpMk id="23" creationId="{4E4CA735-62CB-4665-AA7D-4A259E3F7CE6}"/>
          </ac:cxnSpMkLst>
        </pc:cxnChg>
      </pc:sldChg>
      <pc:sldChg chg="addSp modSp new mod modTransition setBg">
        <pc:chgData name="Marie Chauke" userId="285c5719a89fe674" providerId="LiveId" clId="{295747C1-FAEA-49A4-BBC9-32665A7DF6BF}" dt="2025-11-04T18:08:35.774" v="938"/>
        <pc:sldMkLst>
          <pc:docMk/>
          <pc:sldMk cId="3640000262" sldId="281"/>
        </pc:sldMkLst>
        <pc:spChg chg="mod">
          <ac:chgData name="Marie Chauke" userId="285c5719a89fe674" providerId="LiveId" clId="{295747C1-FAEA-49A4-BBC9-32665A7DF6BF}" dt="2025-11-04T11:37:57.298" v="584" actId="26606"/>
          <ac:spMkLst>
            <pc:docMk/>
            <pc:sldMk cId="3640000262" sldId="281"/>
            <ac:spMk id="2" creationId="{BDC3952D-6A94-6B76-3857-F0F18AD7CD70}"/>
          </ac:spMkLst>
        </pc:spChg>
        <pc:spChg chg="mod">
          <ac:chgData name="Marie Chauke" userId="285c5719a89fe674" providerId="LiveId" clId="{295747C1-FAEA-49A4-BBC9-32665A7DF6BF}" dt="2025-11-04T11:37:57.298" v="584" actId="26606"/>
          <ac:spMkLst>
            <pc:docMk/>
            <pc:sldMk cId="3640000262" sldId="281"/>
            <ac:spMk id="3" creationId="{88DB96E7-EC51-92F9-0AE4-7F0FAE1A3B5F}"/>
          </ac:spMkLst>
        </pc:spChg>
        <pc:spChg chg="add">
          <ac:chgData name="Marie Chauke" userId="285c5719a89fe674" providerId="LiveId" clId="{295747C1-FAEA-49A4-BBC9-32665A7DF6BF}" dt="2025-11-04T11:37:57.298" v="584" actId="26606"/>
          <ac:spMkLst>
            <pc:docMk/>
            <pc:sldMk cId="3640000262" sldId="281"/>
            <ac:spMk id="8" creationId="{2A6A94D0-2BF4-453C-8034-7742BE496609}"/>
          </ac:spMkLst>
        </pc:spChg>
        <pc:spChg chg="add">
          <ac:chgData name="Marie Chauke" userId="285c5719a89fe674" providerId="LiveId" clId="{295747C1-FAEA-49A4-BBC9-32665A7DF6BF}" dt="2025-11-04T11:37:57.298" v="584" actId="26606"/>
          <ac:spMkLst>
            <pc:docMk/>
            <pc:sldMk cId="3640000262" sldId="281"/>
            <ac:spMk id="12" creationId="{B64F47E8-C2CA-43A6-9404-03BADA34D765}"/>
          </ac:spMkLst>
        </pc:spChg>
        <pc:spChg chg="add">
          <ac:chgData name="Marie Chauke" userId="285c5719a89fe674" providerId="LiveId" clId="{295747C1-FAEA-49A4-BBC9-32665A7DF6BF}" dt="2025-11-04T11:37:57.298" v="584" actId="26606"/>
          <ac:spMkLst>
            <pc:docMk/>
            <pc:sldMk cId="3640000262" sldId="281"/>
            <ac:spMk id="14" creationId="{FF01D43C-86DB-4B5D-A163-81BC9420129A}"/>
          </ac:spMkLst>
        </pc:spChg>
        <pc:spChg chg="add">
          <ac:chgData name="Marie Chauke" userId="285c5719a89fe674" providerId="LiveId" clId="{295747C1-FAEA-49A4-BBC9-32665A7DF6BF}" dt="2025-11-04T11:37:57.298" v="584" actId="26606"/>
          <ac:spMkLst>
            <pc:docMk/>
            <pc:sldMk cId="3640000262" sldId="281"/>
            <ac:spMk id="16" creationId="{36A995F0-906C-4573-A739-16EED217D852}"/>
          </ac:spMkLst>
        </pc:spChg>
        <pc:cxnChg chg="add">
          <ac:chgData name="Marie Chauke" userId="285c5719a89fe674" providerId="LiveId" clId="{295747C1-FAEA-49A4-BBC9-32665A7DF6BF}" dt="2025-11-04T11:37:57.298" v="584" actId="26606"/>
          <ac:cxnSpMkLst>
            <pc:docMk/>
            <pc:sldMk cId="3640000262" sldId="281"/>
            <ac:cxnSpMk id="10" creationId="{8A115BBF-8011-4E68-A9C9-48D0792E7264}"/>
          </ac:cxnSpMkLst>
        </pc:cxnChg>
        <pc:cxnChg chg="add">
          <ac:chgData name="Marie Chauke" userId="285c5719a89fe674" providerId="LiveId" clId="{295747C1-FAEA-49A4-BBC9-32665A7DF6BF}" dt="2025-11-04T11:37:57.298" v="584" actId="26606"/>
          <ac:cxnSpMkLst>
            <pc:docMk/>
            <pc:sldMk cId="3640000262" sldId="281"/>
            <ac:cxnSpMk id="18" creationId="{C3F5F06D-7250-43A5-9B61-0B7F1FD7E395}"/>
          </ac:cxnSpMkLst>
        </pc:cxnChg>
      </pc:sldChg>
      <pc:sldChg chg="addSp delSp modSp new mod modTransition setBg">
        <pc:chgData name="Marie Chauke" userId="285c5719a89fe674" providerId="LiveId" clId="{295747C1-FAEA-49A4-BBC9-32665A7DF6BF}" dt="2025-11-04T18:09:41.562" v="945"/>
        <pc:sldMkLst>
          <pc:docMk/>
          <pc:sldMk cId="3940629938" sldId="282"/>
        </pc:sldMkLst>
        <pc:spChg chg="mod">
          <ac:chgData name="Marie Chauke" userId="285c5719a89fe674" providerId="LiveId" clId="{295747C1-FAEA-49A4-BBC9-32665A7DF6BF}" dt="2025-11-04T11:49:35.917" v="699" actId="26606"/>
          <ac:spMkLst>
            <pc:docMk/>
            <pc:sldMk cId="3940629938" sldId="282"/>
            <ac:spMk id="2" creationId="{BEEEFCFD-B9F4-40CD-1812-6D54967D35B9}"/>
          </ac:spMkLst>
        </pc:spChg>
        <pc:spChg chg="mod">
          <ac:chgData name="Marie Chauke" userId="285c5719a89fe674" providerId="LiveId" clId="{295747C1-FAEA-49A4-BBC9-32665A7DF6BF}" dt="2025-11-04T11:49:35.917" v="699" actId="26606"/>
          <ac:spMkLst>
            <pc:docMk/>
            <pc:sldMk cId="3940629938" sldId="282"/>
            <ac:spMk id="3" creationId="{C2965A03-7B0C-29DD-CC0D-7565FCD16A06}"/>
          </ac:spMkLst>
        </pc:spChg>
        <pc:spChg chg="add del mod">
          <ac:chgData name="Marie Chauke" userId="285c5719a89fe674" providerId="LiveId" clId="{295747C1-FAEA-49A4-BBC9-32665A7DF6BF}" dt="2025-11-04T11:02:52.705" v="212"/>
          <ac:spMkLst>
            <pc:docMk/>
            <pc:sldMk cId="3940629938" sldId="282"/>
            <ac:spMk id="5" creationId="{AC619C51-DBC1-0AEE-DE70-28AF0D65F566}"/>
          </ac:spMkLst>
        </pc:spChg>
        <pc:spChg chg="add del">
          <ac:chgData name="Marie Chauke" userId="285c5719a89fe674" providerId="LiveId" clId="{295747C1-FAEA-49A4-BBC9-32665A7DF6BF}" dt="2025-11-04T11:48:50.033" v="681" actId="26606"/>
          <ac:spMkLst>
            <pc:docMk/>
            <pc:sldMk cId="3940629938" sldId="282"/>
            <ac:spMk id="8" creationId="{B0890400-BB8B-4A44-AB63-65C7CA223EBA}"/>
          </ac:spMkLst>
        </pc:spChg>
        <pc:spChg chg="add">
          <ac:chgData name="Marie Chauke" userId="285c5719a89fe674" providerId="LiveId" clId="{295747C1-FAEA-49A4-BBC9-32665A7DF6BF}" dt="2025-11-04T11:49:35.917" v="699" actId="26606"/>
          <ac:spMkLst>
            <pc:docMk/>
            <pc:sldMk cId="3940629938" sldId="282"/>
            <ac:spMk id="14" creationId="{B7AB8B22-1A5D-43CA-AF52-544436027BBA}"/>
          </ac:spMkLst>
        </pc:spChg>
        <pc:picChg chg="add mod ord">
          <ac:chgData name="Marie Chauke" userId="285c5719a89fe674" providerId="LiveId" clId="{295747C1-FAEA-49A4-BBC9-32665A7DF6BF}" dt="2025-11-04T11:49:35.917" v="699" actId="26606"/>
          <ac:picMkLst>
            <pc:docMk/>
            <pc:sldMk cId="3940629938" sldId="282"/>
            <ac:picMk id="12" creationId="{91A8DAC6-509C-BB7A-0A89-94DE899B1307}"/>
          </ac:picMkLst>
        </pc:picChg>
        <pc:cxnChg chg="add del">
          <ac:chgData name="Marie Chauke" userId="285c5719a89fe674" providerId="LiveId" clId="{295747C1-FAEA-49A4-BBC9-32665A7DF6BF}" dt="2025-11-04T11:48:50.033" v="681" actId="26606"/>
          <ac:cxnSpMkLst>
            <pc:docMk/>
            <pc:sldMk cId="3940629938" sldId="282"/>
            <ac:cxnSpMk id="10" creationId="{4D39B797-CDC6-4529-8A36-9CBFC9816337}"/>
          </ac:cxnSpMkLst>
        </pc:cxnChg>
        <pc:cxnChg chg="add del">
          <ac:chgData name="Marie Chauke" userId="285c5719a89fe674" providerId="LiveId" clId="{295747C1-FAEA-49A4-BBC9-32665A7DF6BF}" dt="2025-11-04T11:49:31.284" v="696" actId="26606"/>
          <ac:cxnSpMkLst>
            <pc:docMk/>
            <pc:sldMk cId="3940629938" sldId="282"/>
            <ac:cxnSpMk id="17" creationId="{3E11C5A7-5394-4594-AD9F-CCB9AF7BEF76}"/>
          </ac:cxnSpMkLst>
        </pc:cxnChg>
        <pc:cxnChg chg="add">
          <ac:chgData name="Marie Chauke" userId="285c5719a89fe674" providerId="LiveId" clId="{295747C1-FAEA-49A4-BBC9-32665A7DF6BF}" dt="2025-11-04T11:49:35.917" v="699" actId="26606"/>
          <ac:cxnSpMkLst>
            <pc:docMk/>
            <pc:sldMk cId="3940629938" sldId="282"/>
            <ac:cxnSpMk id="19" creationId="{3F8FE63E-849D-4207-A488-16A215D8E29D}"/>
          </ac:cxnSpMkLst>
        </pc:cxnChg>
      </pc:sldChg>
      <pc:sldChg chg="addSp modSp new add del mod setBg">
        <pc:chgData name="Marie Chauke" userId="285c5719a89fe674" providerId="LiveId" clId="{295747C1-FAEA-49A4-BBC9-32665A7DF6BF}" dt="2025-11-04T11:53:18.781" v="714" actId="26606"/>
        <pc:sldMkLst>
          <pc:docMk/>
          <pc:sldMk cId="682792630" sldId="283"/>
        </pc:sldMkLst>
        <pc:spChg chg="mod">
          <ac:chgData name="Marie Chauke" userId="285c5719a89fe674" providerId="LiveId" clId="{295747C1-FAEA-49A4-BBC9-32665A7DF6BF}" dt="2025-11-04T11:53:18.781" v="714" actId="26606"/>
          <ac:spMkLst>
            <pc:docMk/>
            <pc:sldMk cId="682792630" sldId="283"/>
            <ac:spMk id="2" creationId="{99339B93-BAA0-1C23-01F0-659D982E4D8C}"/>
          </ac:spMkLst>
        </pc:spChg>
        <pc:spChg chg="mod">
          <ac:chgData name="Marie Chauke" userId="285c5719a89fe674" providerId="LiveId" clId="{295747C1-FAEA-49A4-BBC9-32665A7DF6BF}" dt="2025-11-04T11:53:18.781" v="714" actId="26606"/>
          <ac:spMkLst>
            <pc:docMk/>
            <pc:sldMk cId="682792630" sldId="283"/>
            <ac:spMk id="3" creationId="{524095AA-C1F1-37D8-14B2-58DE191E3120}"/>
          </ac:spMkLst>
        </pc:spChg>
        <pc:picChg chg="add">
          <ac:chgData name="Marie Chauke" userId="285c5719a89fe674" providerId="LiveId" clId="{295747C1-FAEA-49A4-BBC9-32665A7DF6BF}" dt="2025-11-04T11:53:18.781" v="714" actId="26606"/>
          <ac:picMkLst>
            <pc:docMk/>
            <pc:sldMk cId="682792630" sldId="283"/>
            <ac:picMk id="5" creationId="{8B774EF5-194F-4211-36B3-27A14F8BCF19}"/>
          </ac:picMkLst>
        </pc:picChg>
      </pc:sldChg>
      <pc:sldChg chg="addSp delSp modSp new mod setBg">
        <pc:chgData name="Marie Chauke" userId="285c5719a89fe674" providerId="LiveId" clId="{295747C1-FAEA-49A4-BBC9-32665A7DF6BF}" dt="2025-11-04T12:02:56.039" v="804" actId="26606"/>
        <pc:sldMkLst>
          <pc:docMk/>
          <pc:sldMk cId="2706090716" sldId="284"/>
        </pc:sldMkLst>
        <pc:spChg chg="mod">
          <ac:chgData name="Marie Chauke" userId="285c5719a89fe674" providerId="LiveId" clId="{295747C1-FAEA-49A4-BBC9-32665A7DF6BF}" dt="2025-11-04T12:02:56.039" v="804" actId="26606"/>
          <ac:spMkLst>
            <pc:docMk/>
            <pc:sldMk cId="2706090716" sldId="284"/>
            <ac:spMk id="2" creationId="{BB52B386-6A89-3C33-191A-CD7876B69E18}"/>
          </ac:spMkLst>
        </pc:spChg>
        <pc:spChg chg="del mod">
          <ac:chgData name="Marie Chauke" userId="285c5719a89fe674" providerId="LiveId" clId="{295747C1-FAEA-49A4-BBC9-32665A7DF6BF}" dt="2025-11-04T11:55:09.628" v="720" actId="26606"/>
          <ac:spMkLst>
            <pc:docMk/>
            <pc:sldMk cId="2706090716" sldId="284"/>
            <ac:spMk id="3" creationId="{5ACEE5F4-94A4-61AD-A363-463CF15F92ED}"/>
          </ac:spMkLst>
        </pc:spChg>
        <pc:spChg chg="add">
          <ac:chgData name="Marie Chauke" userId="285c5719a89fe674" providerId="LiveId" clId="{295747C1-FAEA-49A4-BBC9-32665A7DF6BF}" dt="2025-11-04T12:02:56.039" v="804" actId="26606"/>
          <ac:spMkLst>
            <pc:docMk/>
            <pc:sldMk cId="2706090716" sldId="284"/>
            <ac:spMk id="10" creationId="{5623CB30-4BB7-4460-B3F9-F7129671EB2F}"/>
          </ac:spMkLst>
        </pc:spChg>
        <pc:graphicFrameChg chg="add mod modGraphic">
          <ac:chgData name="Marie Chauke" userId="285c5719a89fe674" providerId="LiveId" clId="{295747C1-FAEA-49A4-BBC9-32665A7DF6BF}" dt="2025-11-04T12:02:56.039" v="804" actId="26606"/>
          <ac:graphicFrameMkLst>
            <pc:docMk/>
            <pc:sldMk cId="2706090716" sldId="284"/>
            <ac:graphicFrameMk id="5" creationId="{849C5179-8D8D-8A2D-27E9-BA70513B7EE4}"/>
          </ac:graphicFrameMkLst>
        </pc:graphicFrameChg>
        <pc:cxnChg chg="add">
          <ac:chgData name="Marie Chauke" userId="285c5719a89fe674" providerId="LiveId" clId="{295747C1-FAEA-49A4-BBC9-32665A7DF6BF}" dt="2025-11-04T12:02:56.039" v="804" actId="26606"/>
          <ac:cxnSpMkLst>
            <pc:docMk/>
            <pc:sldMk cId="2706090716" sldId="284"/>
            <ac:cxnSpMk id="12" creationId="{EF0BD310-B3D2-4A7F-BB39-05C1A1A0D3CD}"/>
          </ac:cxnSpMkLst>
        </pc:cxnChg>
      </pc:sldChg>
      <pc:sldChg chg="addSp modSp new mod setBg">
        <pc:chgData name="Marie Chauke" userId="285c5719a89fe674" providerId="LiveId" clId="{295747C1-FAEA-49A4-BBC9-32665A7DF6BF}" dt="2025-11-04T12:03:32.444" v="805" actId="26606"/>
        <pc:sldMkLst>
          <pc:docMk/>
          <pc:sldMk cId="1602967786" sldId="285"/>
        </pc:sldMkLst>
        <pc:spChg chg="mod">
          <ac:chgData name="Marie Chauke" userId="285c5719a89fe674" providerId="LiveId" clId="{295747C1-FAEA-49A4-BBC9-32665A7DF6BF}" dt="2025-11-04T12:03:32.444" v="805" actId="26606"/>
          <ac:spMkLst>
            <pc:docMk/>
            <pc:sldMk cId="1602967786" sldId="285"/>
            <ac:spMk id="2" creationId="{0AE07C3B-4A96-2371-66D5-B6F3F49A7C78}"/>
          </ac:spMkLst>
        </pc:spChg>
        <pc:spChg chg="mod">
          <ac:chgData name="Marie Chauke" userId="285c5719a89fe674" providerId="LiveId" clId="{295747C1-FAEA-49A4-BBC9-32665A7DF6BF}" dt="2025-11-04T12:03:32.444" v="805" actId="26606"/>
          <ac:spMkLst>
            <pc:docMk/>
            <pc:sldMk cId="1602967786" sldId="285"/>
            <ac:spMk id="3" creationId="{B390DA4F-36A2-3E17-1673-ADC6F63B4E95}"/>
          </ac:spMkLst>
        </pc:spChg>
        <pc:spChg chg="add">
          <ac:chgData name="Marie Chauke" userId="285c5719a89fe674" providerId="LiveId" clId="{295747C1-FAEA-49A4-BBC9-32665A7DF6BF}" dt="2025-11-04T12:03:32.444" v="805" actId="26606"/>
          <ac:spMkLst>
            <pc:docMk/>
            <pc:sldMk cId="1602967786" sldId="285"/>
            <ac:spMk id="8" creationId="{B0890400-BB8B-4A44-AB63-65C7CA223EBA}"/>
          </ac:spMkLst>
        </pc:spChg>
        <pc:cxnChg chg="add">
          <ac:chgData name="Marie Chauke" userId="285c5719a89fe674" providerId="LiveId" clId="{295747C1-FAEA-49A4-BBC9-32665A7DF6BF}" dt="2025-11-04T12:03:32.444" v="805" actId="26606"/>
          <ac:cxnSpMkLst>
            <pc:docMk/>
            <pc:sldMk cId="1602967786" sldId="285"/>
            <ac:cxnSpMk id="10" creationId="{4D39B797-CDC6-4529-8A36-9CBFC9816337}"/>
          </ac:cxnSpMkLst>
        </pc:cxnChg>
      </pc:sldChg>
      <pc:sldChg chg="addSp delSp modSp new mod setBg">
        <pc:chgData name="Marie Chauke" userId="285c5719a89fe674" providerId="LiveId" clId="{295747C1-FAEA-49A4-BBC9-32665A7DF6BF}" dt="2025-11-04T12:13:13.720" v="867" actId="1076"/>
        <pc:sldMkLst>
          <pc:docMk/>
          <pc:sldMk cId="3535539617" sldId="286"/>
        </pc:sldMkLst>
        <pc:spChg chg="mod">
          <ac:chgData name="Marie Chauke" userId="285c5719a89fe674" providerId="LiveId" clId="{295747C1-FAEA-49A4-BBC9-32665A7DF6BF}" dt="2025-11-04T12:11:48.999" v="860" actId="20577"/>
          <ac:spMkLst>
            <pc:docMk/>
            <pc:sldMk cId="3535539617" sldId="286"/>
            <ac:spMk id="2" creationId="{77F4919B-DD24-2882-3111-9333063D2EC4}"/>
          </ac:spMkLst>
        </pc:spChg>
        <pc:spChg chg="add del mod">
          <ac:chgData name="Marie Chauke" userId="285c5719a89fe674" providerId="LiveId" clId="{295747C1-FAEA-49A4-BBC9-32665A7DF6BF}" dt="2025-11-04T12:11:41.490" v="848" actId="26606"/>
          <ac:spMkLst>
            <pc:docMk/>
            <pc:sldMk cId="3535539617" sldId="286"/>
            <ac:spMk id="3" creationId="{0291F264-6335-81B3-2C6C-02A6908938CB}"/>
          </ac:spMkLst>
        </pc:spChg>
        <pc:spChg chg="add del">
          <ac:chgData name="Marie Chauke" userId="285c5719a89fe674" providerId="LiveId" clId="{295747C1-FAEA-49A4-BBC9-32665A7DF6BF}" dt="2025-11-04T12:11:41.474" v="847" actId="26606"/>
          <ac:spMkLst>
            <pc:docMk/>
            <pc:sldMk cId="3535539617" sldId="286"/>
            <ac:spMk id="9" creationId="{05E0CE8A-B373-428C-8818-499181F94041}"/>
          </ac:spMkLst>
        </pc:spChg>
        <pc:graphicFrameChg chg="add del">
          <ac:chgData name="Marie Chauke" userId="285c5719a89fe674" providerId="LiveId" clId="{295747C1-FAEA-49A4-BBC9-32665A7DF6BF}" dt="2025-11-04T12:11:34.765" v="845" actId="26606"/>
          <ac:graphicFrameMkLst>
            <pc:docMk/>
            <pc:sldMk cId="3535539617" sldId="286"/>
            <ac:graphicFrameMk id="5" creationId="{C23A1303-8D5F-7364-704D-9B21FD7A8A7D}"/>
          </ac:graphicFrameMkLst>
        </pc:graphicFrameChg>
        <pc:graphicFrameChg chg="add del">
          <ac:chgData name="Marie Chauke" userId="285c5719a89fe674" providerId="LiveId" clId="{295747C1-FAEA-49A4-BBC9-32665A7DF6BF}" dt="2025-11-04T12:11:41.474" v="847" actId="26606"/>
          <ac:graphicFrameMkLst>
            <pc:docMk/>
            <pc:sldMk cId="3535539617" sldId="286"/>
            <ac:graphicFrameMk id="7" creationId="{3D9A65D6-4D07-F63E-11CE-9DE3A9A92536}"/>
          </ac:graphicFrameMkLst>
        </pc:graphicFrameChg>
        <pc:graphicFrameChg chg="add mod modGraphic">
          <ac:chgData name="Marie Chauke" userId="285c5719a89fe674" providerId="LiveId" clId="{295747C1-FAEA-49A4-BBC9-32665A7DF6BF}" dt="2025-11-04T12:13:13.720" v="867" actId="1076"/>
          <ac:graphicFrameMkLst>
            <pc:docMk/>
            <pc:sldMk cId="3535539617" sldId="286"/>
            <ac:graphicFrameMk id="11" creationId="{C23A1303-8D5F-7364-704D-9B21FD7A8A7D}"/>
          </ac:graphicFrameMkLst>
        </pc:graphicFrameChg>
      </pc:sldChg>
      <pc:sldChg chg="addSp delSp modSp new mod modClrScheme chgLayout">
        <pc:chgData name="Marie Chauke" userId="285c5719a89fe674" providerId="LiveId" clId="{295747C1-FAEA-49A4-BBC9-32665A7DF6BF}" dt="2025-11-04T12:16:27.552" v="896" actId="26606"/>
        <pc:sldMkLst>
          <pc:docMk/>
          <pc:sldMk cId="3068294617" sldId="287"/>
        </pc:sldMkLst>
        <pc:spChg chg="del mod">
          <ac:chgData name="Marie Chauke" userId="285c5719a89fe674" providerId="LiveId" clId="{295747C1-FAEA-49A4-BBC9-32665A7DF6BF}" dt="2025-11-04T12:13:59.148" v="868" actId="700"/>
          <ac:spMkLst>
            <pc:docMk/>
            <pc:sldMk cId="3068294617" sldId="287"/>
            <ac:spMk id="2" creationId="{3845935F-B9F4-6B30-630F-5AF77DEAF592}"/>
          </ac:spMkLst>
        </pc:spChg>
        <pc:spChg chg="del mod ord">
          <ac:chgData name="Marie Chauke" userId="285c5719a89fe674" providerId="LiveId" clId="{295747C1-FAEA-49A4-BBC9-32665A7DF6BF}" dt="2025-11-04T12:16:27.552" v="896" actId="26606"/>
          <ac:spMkLst>
            <pc:docMk/>
            <pc:sldMk cId="3068294617" sldId="287"/>
            <ac:spMk id="3" creationId="{829A3C08-4940-9932-8B19-F05D91F09E75}"/>
          </ac:spMkLst>
        </pc:spChg>
        <pc:spChg chg="add del mod ord">
          <ac:chgData name="Marie Chauke" userId="285c5719a89fe674" providerId="LiveId" clId="{295747C1-FAEA-49A4-BBC9-32665A7DF6BF}" dt="2025-11-04T12:16:00.963" v="887" actId="700"/>
          <ac:spMkLst>
            <pc:docMk/>
            <pc:sldMk cId="3068294617" sldId="287"/>
            <ac:spMk id="4" creationId="{34718A85-8ECA-8884-D81F-3550CED986B6}"/>
          </ac:spMkLst>
        </pc:spChg>
        <pc:spChg chg="add mod ord">
          <ac:chgData name="Marie Chauke" userId="285c5719a89fe674" providerId="LiveId" clId="{295747C1-FAEA-49A4-BBC9-32665A7DF6BF}" dt="2025-11-04T12:16:06.912" v="888"/>
          <ac:spMkLst>
            <pc:docMk/>
            <pc:sldMk cId="3068294617" sldId="287"/>
            <ac:spMk id="6" creationId="{087D8F04-54B4-0988-99C0-8940F13E4EB3}"/>
          </ac:spMkLst>
        </pc:spChg>
        <pc:graphicFrameChg chg="add">
          <ac:chgData name="Marie Chauke" userId="285c5719a89fe674" providerId="LiveId" clId="{295747C1-FAEA-49A4-BBC9-32665A7DF6BF}" dt="2025-11-04T12:16:27.552" v="896" actId="26606"/>
          <ac:graphicFrameMkLst>
            <pc:docMk/>
            <pc:sldMk cId="3068294617" sldId="287"/>
            <ac:graphicFrameMk id="8" creationId="{906CB1D9-4156-7292-5D19-1F1E675C3956}"/>
          </ac:graphicFrameMkLst>
        </pc:graphicFrameChg>
        <pc:picChg chg="add del mod ord">
          <ac:chgData name="Marie Chauke" userId="285c5719a89fe674" providerId="LiveId" clId="{295747C1-FAEA-49A4-BBC9-32665A7DF6BF}" dt="2025-11-04T11:18:31.278" v="338" actId="34307"/>
          <ac:picMkLst>
            <pc:docMk/>
            <pc:sldMk cId="3068294617" sldId="287"/>
            <ac:picMk id="5" creationId="{75DAD2AD-1C23-F294-4717-30851A6F4AB4}"/>
          </ac:picMkLst>
        </pc:picChg>
      </pc:sldChg>
      <pc:sldChg chg="addSp delSp modSp new mod setBg">
        <pc:chgData name="Marie Chauke" userId="285c5719a89fe674" providerId="LiveId" clId="{295747C1-FAEA-49A4-BBC9-32665A7DF6BF}" dt="2025-11-04T12:19:17.886" v="928" actId="26606"/>
        <pc:sldMkLst>
          <pc:docMk/>
          <pc:sldMk cId="483197474" sldId="288"/>
        </pc:sldMkLst>
        <pc:spChg chg="mod">
          <ac:chgData name="Marie Chauke" userId="285c5719a89fe674" providerId="LiveId" clId="{295747C1-FAEA-49A4-BBC9-32665A7DF6BF}" dt="2025-11-04T12:19:17.871" v="927" actId="26606"/>
          <ac:spMkLst>
            <pc:docMk/>
            <pc:sldMk cId="483197474" sldId="288"/>
            <ac:spMk id="2" creationId="{7D0295F5-B95A-46EF-18E7-EC6169A952BD}"/>
          </ac:spMkLst>
        </pc:spChg>
        <pc:spChg chg="add del mod">
          <ac:chgData name="Marie Chauke" userId="285c5719a89fe674" providerId="LiveId" clId="{295747C1-FAEA-49A4-BBC9-32665A7DF6BF}" dt="2025-11-04T12:19:17.886" v="928" actId="26606"/>
          <ac:spMkLst>
            <pc:docMk/>
            <pc:sldMk cId="483197474" sldId="288"/>
            <ac:spMk id="3" creationId="{3A77BB04-B51A-A29F-BD91-85A281ADF7B3}"/>
          </ac:spMkLst>
        </pc:spChg>
        <pc:graphicFrameChg chg="add del">
          <ac:chgData name="Marie Chauke" userId="285c5719a89fe674" providerId="LiveId" clId="{295747C1-FAEA-49A4-BBC9-32665A7DF6BF}" dt="2025-11-04T12:19:17.871" v="927" actId="26606"/>
          <ac:graphicFrameMkLst>
            <pc:docMk/>
            <pc:sldMk cId="483197474" sldId="288"/>
            <ac:graphicFrameMk id="5" creationId="{EF944BD4-6F01-0F18-ACE7-3FE4EB7E2AD9}"/>
          </ac:graphicFrameMkLst>
        </pc:graphicFrameChg>
        <pc:graphicFrameChg chg="add">
          <ac:chgData name="Marie Chauke" userId="285c5719a89fe674" providerId="LiveId" clId="{295747C1-FAEA-49A4-BBC9-32665A7DF6BF}" dt="2025-11-04T12:19:17.886" v="928" actId="26606"/>
          <ac:graphicFrameMkLst>
            <pc:docMk/>
            <pc:sldMk cId="483197474" sldId="288"/>
            <ac:graphicFrameMk id="7" creationId="{299F3DD7-53A5-CDC0-70A0-99F0738C7596}"/>
          </ac:graphicFrameMkLst>
        </pc:graphicFrameChg>
      </pc:sldChg>
      <pc:sldChg chg="addSp delSp modSp new mod modTransition setBg setClrOvrMap">
        <pc:chgData name="Marie Chauke" userId="285c5719a89fe674" providerId="LiveId" clId="{295747C1-FAEA-49A4-BBC9-32665A7DF6BF}" dt="2025-11-04T18:09:11.796" v="942"/>
        <pc:sldMkLst>
          <pc:docMk/>
          <pc:sldMk cId="2354978722" sldId="289"/>
        </pc:sldMkLst>
        <pc:spChg chg="mod">
          <ac:chgData name="Marie Chauke" userId="285c5719a89fe674" providerId="LiveId" clId="{295747C1-FAEA-49A4-BBC9-32665A7DF6BF}" dt="2025-11-04T11:46:24.772" v="672" actId="26606"/>
          <ac:spMkLst>
            <pc:docMk/>
            <pc:sldMk cId="2354978722" sldId="289"/>
            <ac:spMk id="2" creationId="{AFC16C0A-EA23-BF67-982B-699FD98359A2}"/>
          </ac:spMkLst>
        </pc:spChg>
        <pc:spChg chg="mod">
          <ac:chgData name="Marie Chauke" userId="285c5719a89fe674" providerId="LiveId" clId="{295747C1-FAEA-49A4-BBC9-32665A7DF6BF}" dt="2025-11-04T11:46:24.772" v="672" actId="26606"/>
          <ac:spMkLst>
            <pc:docMk/>
            <pc:sldMk cId="2354978722" sldId="289"/>
            <ac:spMk id="3" creationId="{949CC69E-42BB-2814-164F-B3AF39A08436}"/>
          </ac:spMkLst>
        </pc:spChg>
        <pc:spChg chg="add del">
          <ac:chgData name="Marie Chauke" userId="285c5719a89fe674" providerId="LiveId" clId="{295747C1-FAEA-49A4-BBC9-32665A7DF6BF}" dt="2025-11-04T11:46:24.756" v="671" actId="26606"/>
          <ac:spMkLst>
            <pc:docMk/>
            <pc:sldMk cId="2354978722" sldId="289"/>
            <ac:spMk id="8" creationId="{A10C41F2-1746-4431-9B52-B9F147A896B8}"/>
          </ac:spMkLst>
        </pc:spChg>
        <pc:spChg chg="add del">
          <ac:chgData name="Marie Chauke" userId="285c5719a89fe674" providerId="LiveId" clId="{295747C1-FAEA-49A4-BBC9-32665A7DF6BF}" dt="2025-11-04T11:46:24.756" v="671" actId="26606"/>
          <ac:spMkLst>
            <pc:docMk/>
            <pc:sldMk cId="2354978722" sldId="289"/>
            <ac:spMk id="10" creationId="{B695F8C5-0ED1-4C24-877A-A9E15A1C6430}"/>
          </ac:spMkLst>
        </pc:spChg>
        <pc:spChg chg="add del">
          <ac:chgData name="Marie Chauke" userId="285c5719a89fe674" providerId="LiveId" clId="{295747C1-FAEA-49A4-BBC9-32665A7DF6BF}" dt="2025-11-04T11:46:24.756" v="671" actId="26606"/>
          <ac:spMkLst>
            <pc:docMk/>
            <pc:sldMk cId="2354978722" sldId="289"/>
            <ac:spMk id="12" creationId="{7984928E-D694-4849-BBAD-D7C7DC405478}"/>
          </ac:spMkLst>
        </pc:spChg>
        <pc:spChg chg="add">
          <ac:chgData name="Marie Chauke" userId="285c5719a89fe674" providerId="LiveId" clId="{295747C1-FAEA-49A4-BBC9-32665A7DF6BF}" dt="2025-11-04T11:46:24.772" v="672" actId="26606"/>
          <ac:spMkLst>
            <pc:docMk/>
            <pc:sldMk cId="2354978722" sldId="289"/>
            <ac:spMk id="16" creationId="{B0890400-BB8B-4A44-AB63-65C7CA223EBA}"/>
          </ac:spMkLst>
        </pc:spChg>
        <pc:cxnChg chg="add del">
          <ac:chgData name="Marie Chauke" userId="285c5719a89fe674" providerId="LiveId" clId="{295747C1-FAEA-49A4-BBC9-32665A7DF6BF}" dt="2025-11-04T11:46:24.756" v="671" actId="26606"/>
          <ac:cxnSpMkLst>
            <pc:docMk/>
            <pc:sldMk cId="2354978722" sldId="289"/>
            <ac:cxnSpMk id="14" creationId="{99237721-19CF-41B1-AA0A-E1E1A8282D52}"/>
          </ac:cxnSpMkLst>
        </pc:cxnChg>
        <pc:cxnChg chg="add">
          <ac:chgData name="Marie Chauke" userId="285c5719a89fe674" providerId="LiveId" clId="{295747C1-FAEA-49A4-BBC9-32665A7DF6BF}" dt="2025-11-04T11:46:24.772" v="672" actId="26606"/>
          <ac:cxnSpMkLst>
            <pc:docMk/>
            <pc:sldMk cId="2354978722" sldId="289"/>
            <ac:cxnSpMk id="17" creationId="{4D39B797-CDC6-4529-8A36-9CBFC9816337}"/>
          </ac:cxnSpMkLst>
        </pc:cxnChg>
      </pc:sldChg>
      <pc:sldChg chg="addSp modSp new mod modTransition setBg">
        <pc:chgData name="Marie Chauke" userId="285c5719a89fe674" providerId="LiveId" clId="{295747C1-FAEA-49A4-BBC9-32665A7DF6BF}" dt="2025-11-04T18:09:33.784" v="943"/>
        <pc:sldMkLst>
          <pc:docMk/>
          <pc:sldMk cId="2869649422" sldId="290"/>
        </pc:sldMkLst>
        <pc:spChg chg="mod">
          <ac:chgData name="Marie Chauke" userId="285c5719a89fe674" providerId="LiveId" clId="{295747C1-FAEA-49A4-BBC9-32665A7DF6BF}" dt="2025-11-04T11:47:33.414" v="678" actId="26606"/>
          <ac:spMkLst>
            <pc:docMk/>
            <pc:sldMk cId="2869649422" sldId="290"/>
            <ac:spMk id="2" creationId="{40A4E9BA-FCD4-C61B-F5B7-5CADB901D1DF}"/>
          </ac:spMkLst>
        </pc:spChg>
        <pc:spChg chg="mod">
          <ac:chgData name="Marie Chauke" userId="285c5719a89fe674" providerId="LiveId" clId="{295747C1-FAEA-49A4-BBC9-32665A7DF6BF}" dt="2025-11-04T11:47:33.414" v="678" actId="26606"/>
          <ac:spMkLst>
            <pc:docMk/>
            <pc:sldMk cId="2869649422" sldId="290"/>
            <ac:spMk id="3" creationId="{C84AD163-835C-2BD5-E488-304D30B23547}"/>
          </ac:spMkLst>
        </pc:spChg>
        <pc:spChg chg="add">
          <ac:chgData name="Marie Chauke" userId="285c5719a89fe674" providerId="LiveId" clId="{295747C1-FAEA-49A4-BBC9-32665A7DF6BF}" dt="2025-11-04T11:47:33.414" v="678" actId="26606"/>
          <ac:spMkLst>
            <pc:docMk/>
            <pc:sldMk cId="2869649422" sldId="290"/>
            <ac:spMk id="8" creationId="{B0890400-BB8B-4A44-AB63-65C7CA223EBA}"/>
          </ac:spMkLst>
        </pc:spChg>
        <pc:cxnChg chg="add">
          <ac:chgData name="Marie Chauke" userId="285c5719a89fe674" providerId="LiveId" clId="{295747C1-FAEA-49A4-BBC9-32665A7DF6BF}" dt="2025-11-04T11:47:33.414" v="678" actId="26606"/>
          <ac:cxnSpMkLst>
            <pc:docMk/>
            <pc:sldMk cId="2869649422" sldId="290"/>
            <ac:cxnSpMk id="10" creationId="{4D39B797-CDC6-4529-8A36-9CBFC9816337}"/>
          </ac:cxnSpMkLst>
        </pc:cxnChg>
      </pc:sldChg>
      <pc:sldChg chg="addSp delSp modSp new del mod setBg">
        <pc:chgData name="Marie Chauke" userId="285c5719a89fe674" providerId="LiveId" clId="{295747C1-FAEA-49A4-BBC9-32665A7DF6BF}" dt="2025-11-04T12:02:27.015" v="799" actId="680"/>
        <pc:sldMkLst>
          <pc:docMk/>
          <pc:sldMk cId="2312857030" sldId="291"/>
        </pc:sldMkLst>
        <pc:spChg chg="mod">
          <ac:chgData name="Marie Chauke" userId="285c5719a89fe674" providerId="LiveId" clId="{295747C1-FAEA-49A4-BBC9-32665A7DF6BF}" dt="2025-11-04T12:02:26.089" v="798" actId="20577"/>
          <ac:spMkLst>
            <pc:docMk/>
            <pc:sldMk cId="2312857030" sldId="291"/>
            <ac:spMk id="2" creationId="{EF7B0E89-1C8E-5052-7DE2-60CE0C6C80E4}"/>
          </ac:spMkLst>
        </pc:spChg>
        <pc:spChg chg="add del mod">
          <ac:chgData name="Marie Chauke" userId="285c5719a89fe674" providerId="LiveId" clId="{295747C1-FAEA-49A4-BBC9-32665A7DF6BF}" dt="2025-11-04T12:02:22.594" v="796" actId="22"/>
          <ac:spMkLst>
            <pc:docMk/>
            <pc:sldMk cId="2312857030" sldId="291"/>
            <ac:spMk id="3" creationId="{71857BCA-3099-286F-95E5-AFFECD93FAAF}"/>
          </ac:spMkLst>
        </pc:spChg>
        <pc:spChg chg="add del">
          <ac:chgData name="Marie Chauke" userId="285c5719a89fe674" providerId="LiveId" clId="{295747C1-FAEA-49A4-BBC9-32665A7DF6BF}" dt="2025-11-04T11:59:33.187" v="744" actId="22"/>
          <ac:spMkLst>
            <pc:docMk/>
            <pc:sldMk cId="2312857030" sldId="291"/>
            <ac:spMk id="7" creationId="{9B3851ED-5AD9-BEB1-9D7B-D5DB2AA31776}"/>
          </ac:spMkLst>
        </pc:spChg>
        <pc:spChg chg="add del">
          <ac:chgData name="Marie Chauke" userId="285c5719a89fe674" providerId="LiveId" clId="{295747C1-FAEA-49A4-BBC9-32665A7DF6BF}" dt="2025-11-04T11:59:59.711" v="751" actId="22"/>
          <ac:spMkLst>
            <pc:docMk/>
            <pc:sldMk cId="2312857030" sldId="291"/>
            <ac:spMk id="9" creationId="{07FF29E2-F42E-0DAC-D5AA-385B0B2A4BC8}"/>
          </ac:spMkLst>
        </pc:spChg>
        <pc:spChg chg="add del mod">
          <ac:chgData name="Marie Chauke" userId="285c5719a89fe674" providerId="LiveId" clId="{295747C1-FAEA-49A4-BBC9-32665A7DF6BF}" dt="2025-11-04T11:59:59.099" v="750" actId="478"/>
          <ac:spMkLst>
            <pc:docMk/>
            <pc:sldMk cId="2312857030" sldId="291"/>
            <ac:spMk id="11" creationId="{2D2B4A58-0439-80CE-6C11-67076E4CDEBF}"/>
          </ac:spMkLst>
        </pc:spChg>
        <pc:spChg chg="add del mod">
          <ac:chgData name="Marie Chauke" userId="285c5719a89fe674" providerId="LiveId" clId="{295747C1-FAEA-49A4-BBC9-32665A7DF6BF}" dt="2025-11-04T12:02:21.796" v="794" actId="478"/>
          <ac:spMkLst>
            <pc:docMk/>
            <pc:sldMk cId="2312857030" sldId="291"/>
            <ac:spMk id="13" creationId="{96DEC010-9E40-30CC-EB4E-CFA2CDCA7FA1}"/>
          </ac:spMkLst>
        </pc:spChg>
        <pc:spChg chg="add mod">
          <ac:chgData name="Marie Chauke" userId="285c5719a89fe674" providerId="LiveId" clId="{295747C1-FAEA-49A4-BBC9-32665A7DF6BF}" dt="2025-11-04T12:00:13.350" v="768"/>
          <ac:spMkLst>
            <pc:docMk/>
            <pc:sldMk cId="2312857030" sldId="291"/>
            <ac:spMk id="16" creationId="{F47B7E8F-56CB-4FB2-D142-6F4873971232}"/>
          </ac:spMkLst>
        </pc:spChg>
        <pc:spChg chg="add mod">
          <ac:chgData name="Marie Chauke" userId="285c5719a89fe674" providerId="LiveId" clId="{295747C1-FAEA-49A4-BBC9-32665A7DF6BF}" dt="2025-11-04T12:00:13.350" v="768"/>
          <ac:spMkLst>
            <pc:docMk/>
            <pc:sldMk cId="2312857030" sldId="291"/>
            <ac:spMk id="19" creationId="{FCCDAFAE-6DBA-C853-AE1F-7A31825C08B4}"/>
          </ac:spMkLst>
        </pc:spChg>
        <pc:spChg chg="add mod">
          <ac:chgData name="Marie Chauke" userId="285c5719a89fe674" providerId="LiveId" clId="{295747C1-FAEA-49A4-BBC9-32665A7DF6BF}" dt="2025-11-04T12:00:13.350" v="768"/>
          <ac:spMkLst>
            <pc:docMk/>
            <pc:sldMk cId="2312857030" sldId="291"/>
            <ac:spMk id="20" creationId="{38AD14A2-D526-79FF-1578-810FE75FC93B}"/>
          </ac:spMkLst>
        </pc:spChg>
        <pc:spChg chg="add mod">
          <ac:chgData name="Marie Chauke" userId="285c5719a89fe674" providerId="LiveId" clId="{295747C1-FAEA-49A4-BBC9-32665A7DF6BF}" dt="2025-11-04T12:00:13.350" v="768"/>
          <ac:spMkLst>
            <pc:docMk/>
            <pc:sldMk cId="2312857030" sldId="291"/>
            <ac:spMk id="21" creationId="{39B2E813-34F3-3F96-04D2-C98E144604E4}"/>
          </ac:spMkLst>
        </pc:spChg>
        <pc:spChg chg="add mod">
          <ac:chgData name="Marie Chauke" userId="285c5719a89fe674" providerId="LiveId" clId="{295747C1-FAEA-49A4-BBC9-32665A7DF6BF}" dt="2025-11-04T12:00:13.350" v="768"/>
          <ac:spMkLst>
            <pc:docMk/>
            <pc:sldMk cId="2312857030" sldId="291"/>
            <ac:spMk id="22" creationId="{17B87DB7-AC0E-72AE-1244-F8F2AF6786A5}"/>
          </ac:spMkLst>
        </pc:spChg>
        <pc:spChg chg="add mod">
          <ac:chgData name="Marie Chauke" userId="285c5719a89fe674" providerId="LiveId" clId="{295747C1-FAEA-49A4-BBC9-32665A7DF6BF}" dt="2025-11-04T12:00:13.350" v="768"/>
          <ac:spMkLst>
            <pc:docMk/>
            <pc:sldMk cId="2312857030" sldId="291"/>
            <ac:spMk id="23" creationId="{4AA4AFC1-3928-A13E-344A-E668A0FC5F20}"/>
          </ac:spMkLst>
        </pc:spChg>
        <pc:spChg chg="add mod">
          <ac:chgData name="Marie Chauke" userId="285c5719a89fe674" providerId="LiveId" clId="{295747C1-FAEA-49A4-BBC9-32665A7DF6BF}" dt="2025-11-04T12:00:13.350" v="768"/>
          <ac:spMkLst>
            <pc:docMk/>
            <pc:sldMk cId="2312857030" sldId="291"/>
            <ac:spMk id="24" creationId="{1AB3D5DA-E042-4394-12A9-901B44D2CCA2}"/>
          </ac:spMkLst>
        </pc:spChg>
        <pc:spChg chg="add mod">
          <ac:chgData name="Marie Chauke" userId="285c5719a89fe674" providerId="LiveId" clId="{295747C1-FAEA-49A4-BBC9-32665A7DF6BF}" dt="2025-11-04T12:00:13.350" v="768"/>
          <ac:spMkLst>
            <pc:docMk/>
            <pc:sldMk cId="2312857030" sldId="291"/>
            <ac:spMk id="25" creationId="{E96AB632-D28D-DBD4-8C32-2932FEE14DAE}"/>
          </ac:spMkLst>
        </pc:spChg>
        <pc:spChg chg="add mod">
          <ac:chgData name="Marie Chauke" userId="285c5719a89fe674" providerId="LiveId" clId="{295747C1-FAEA-49A4-BBC9-32665A7DF6BF}" dt="2025-11-04T12:00:13.350" v="768"/>
          <ac:spMkLst>
            <pc:docMk/>
            <pc:sldMk cId="2312857030" sldId="291"/>
            <ac:spMk id="26" creationId="{92AEE431-5B2F-F25B-96CF-F5717E72F391}"/>
          </ac:spMkLst>
        </pc:spChg>
        <pc:spChg chg="add del mod">
          <ac:chgData name="Marie Chauke" userId="285c5719a89fe674" providerId="LiveId" clId="{295747C1-FAEA-49A4-BBC9-32665A7DF6BF}" dt="2025-11-04T12:02:21.450" v="793" actId="22"/>
          <ac:spMkLst>
            <pc:docMk/>
            <pc:sldMk cId="2312857030" sldId="291"/>
            <ac:spMk id="28" creationId="{1B7EE67E-A5C3-BC5E-D77A-4841DA88EE6A}"/>
          </ac:spMkLst>
        </pc:spChg>
        <pc:spChg chg="add del">
          <ac:chgData name="Marie Chauke" userId="285c5719a89fe674" providerId="LiveId" clId="{295747C1-FAEA-49A4-BBC9-32665A7DF6BF}" dt="2025-11-04T12:01:50.949" v="780" actId="26606"/>
          <ac:spMkLst>
            <pc:docMk/>
            <pc:sldMk cId="2312857030" sldId="291"/>
            <ac:spMk id="34" creationId="{89FA1F8C-8BEF-3BBC-9978-A90342BC2D1B}"/>
          </ac:spMkLst>
        </pc:spChg>
        <pc:spChg chg="add del">
          <ac:chgData name="Marie Chauke" userId="285c5719a89fe674" providerId="LiveId" clId="{295747C1-FAEA-49A4-BBC9-32665A7DF6BF}" dt="2025-11-04T12:01:50.949" v="780" actId="26606"/>
          <ac:spMkLst>
            <pc:docMk/>
            <pc:sldMk cId="2312857030" sldId="291"/>
            <ac:spMk id="37" creationId="{BF73E21A-E0BB-47E2-B73B-7B170203FA93}"/>
          </ac:spMkLst>
        </pc:spChg>
        <pc:spChg chg="add del">
          <ac:chgData name="Marie Chauke" userId="285c5719a89fe674" providerId="LiveId" clId="{295747C1-FAEA-49A4-BBC9-32665A7DF6BF}" dt="2025-11-04T12:02:18.452" v="786" actId="26606"/>
          <ac:spMkLst>
            <pc:docMk/>
            <pc:sldMk cId="2312857030" sldId="291"/>
            <ac:spMk id="41" creationId="{8C807965-6BEE-1F83-CFE7-FBB97812F8AA}"/>
          </ac:spMkLst>
        </pc:spChg>
        <pc:grpChg chg="add mod">
          <ac:chgData name="Marie Chauke" userId="285c5719a89fe674" providerId="LiveId" clId="{295747C1-FAEA-49A4-BBC9-32665A7DF6BF}" dt="2025-11-04T12:00:13.350" v="768"/>
          <ac:grpSpMkLst>
            <pc:docMk/>
            <pc:sldMk cId="2312857030" sldId="291"/>
            <ac:grpSpMk id="14" creationId="{2FDF1230-D5BC-D173-6D0A-6339D05B94A5}"/>
          </ac:grpSpMkLst>
        </pc:grpChg>
        <pc:graphicFrameChg chg="add del modGraphic">
          <ac:chgData name="Marie Chauke" userId="285c5719a89fe674" providerId="LiveId" clId="{295747C1-FAEA-49A4-BBC9-32665A7DF6BF}" dt="2025-11-04T12:02:17.795" v="785" actId="1032"/>
          <ac:graphicFrameMkLst>
            <pc:docMk/>
            <pc:sldMk cId="2312857030" sldId="291"/>
            <ac:graphicFrameMk id="32" creationId="{3940BA23-AE13-22AF-43DA-400B3B824E6B}"/>
          </ac:graphicFrameMkLst>
        </pc:graphicFrameChg>
        <pc:picChg chg="add del mod ord">
          <ac:chgData name="Marie Chauke" userId="285c5719a89fe674" providerId="LiveId" clId="{295747C1-FAEA-49A4-BBC9-32665A7DF6BF}" dt="2025-11-04T12:02:22.594" v="796" actId="22"/>
          <ac:picMkLst>
            <pc:docMk/>
            <pc:sldMk cId="2312857030" sldId="291"/>
            <ac:picMk id="5" creationId="{89931401-04B1-32B5-4792-8D58E815E7DC}"/>
          </ac:picMkLst>
        </pc:picChg>
        <pc:picChg chg="add del mod ord">
          <ac:chgData name="Marie Chauke" userId="285c5719a89fe674" providerId="LiveId" clId="{295747C1-FAEA-49A4-BBC9-32665A7DF6BF}" dt="2025-11-04T12:02:20.776" v="791" actId="22"/>
          <ac:picMkLst>
            <pc:docMk/>
            <pc:sldMk cId="2312857030" sldId="291"/>
            <ac:picMk id="30" creationId="{A0F2C16D-44A2-3C24-BD97-D9855E8BD73C}"/>
          </ac:picMkLst>
        </pc:picChg>
        <pc:picChg chg="add del mod ord">
          <ac:chgData name="Marie Chauke" userId="285c5719a89fe674" providerId="LiveId" clId="{295747C1-FAEA-49A4-BBC9-32665A7DF6BF}" dt="2025-11-04T12:02:01.033" v="783" actId="34307"/>
          <ac:picMkLst>
            <pc:docMk/>
            <pc:sldMk cId="2312857030" sldId="291"/>
            <ac:picMk id="31" creationId="{6C9296A8-BE1F-2E50-96DC-7788176E24BE}"/>
          </ac:picMkLst>
        </pc:picChg>
        <pc:cxnChg chg="add del">
          <ac:chgData name="Marie Chauke" userId="285c5719a89fe674" providerId="LiveId" clId="{295747C1-FAEA-49A4-BBC9-32665A7DF6BF}" dt="2025-11-04T12:01:50.949" v="780" actId="26606"/>
          <ac:cxnSpMkLst>
            <pc:docMk/>
            <pc:sldMk cId="2312857030" sldId="291"/>
            <ac:cxnSpMk id="39" creationId="{B7487363-5661-4FE4-AE64-1549B5C9A54D}"/>
          </ac:cxnSpMkLst>
        </pc:cxnChg>
      </pc:sldChg>
      <pc:sldChg chg="addSp delSp modSp new mod">
        <pc:chgData name="Marie Chauke" userId="285c5719a89fe674" providerId="LiveId" clId="{295747C1-FAEA-49A4-BBC9-32665A7DF6BF}" dt="2025-11-04T12:15:44.227" v="883" actId="26606"/>
        <pc:sldMkLst>
          <pc:docMk/>
          <pc:sldMk cId="3009846873" sldId="291"/>
        </pc:sldMkLst>
        <pc:spChg chg="mod">
          <ac:chgData name="Marie Chauke" userId="285c5719a89fe674" providerId="LiveId" clId="{295747C1-FAEA-49A4-BBC9-32665A7DF6BF}" dt="2025-11-04T12:15:10.599" v="877"/>
          <ac:spMkLst>
            <pc:docMk/>
            <pc:sldMk cId="3009846873" sldId="291"/>
            <ac:spMk id="2" creationId="{2D5EA595-00B3-E3A0-1CE0-9E1C46B0847A}"/>
          </ac:spMkLst>
        </pc:spChg>
        <pc:spChg chg="add del mod">
          <ac:chgData name="Marie Chauke" userId="285c5719a89fe674" providerId="LiveId" clId="{295747C1-FAEA-49A4-BBC9-32665A7DF6BF}" dt="2025-11-04T12:15:44.227" v="883" actId="26606"/>
          <ac:spMkLst>
            <pc:docMk/>
            <pc:sldMk cId="3009846873" sldId="291"/>
            <ac:spMk id="3" creationId="{BDA595BB-26DE-423F-B702-CDD0CE239E39}"/>
          </ac:spMkLst>
        </pc:spChg>
        <pc:spChg chg="add del mod">
          <ac:chgData name="Marie Chauke" userId="285c5719a89fe674" providerId="LiveId" clId="{295747C1-FAEA-49A4-BBC9-32665A7DF6BF}" dt="2025-11-04T12:15:16.495" v="878" actId="478"/>
          <ac:spMkLst>
            <pc:docMk/>
            <pc:sldMk cId="3009846873" sldId="291"/>
            <ac:spMk id="5" creationId="{DCAEB8BB-8627-37C8-3D28-8A38D47BCA66}"/>
          </ac:spMkLst>
        </pc:spChg>
        <pc:graphicFrameChg chg="add del">
          <ac:chgData name="Marie Chauke" userId="285c5719a89fe674" providerId="LiveId" clId="{295747C1-FAEA-49A4-BBC9-32665A7DF6BF}" dt="2025-11-04T12:15:44.212" v="882" actId="26606"/>
          <ac:graphicFrameMkLst>
            <pc:docMk/>
            <pc:sldMk cId="3009846873" sldId="291"/>
            <ac:graphicFrameMk id="6" creationId="{07AB546E-8938-2E3B-A331-B9FE1215E037}"/>
          </ac:graphicFrameMkLst>
        </pc:graphicFrameChg>
        <pc:graphicFrameChg chg="add">
          <ac:chgData name="Marie Chauke" userId="285c5719a89fe674" providerId="LiveId" clId="{295747C1-FAEA-49A4-BBC9-32665A7DF6BF}" dt="2025-11-04T12:15:44.227" v="883" actId="26606"/>
          <ac:graphicFrameMkLst>
            <pc:docMk/>
            <pc:sldMk cId="3009846873" sldId="291"/>
            <ac:graphicFrameMk id="8" creationId="{BAC6CCB1-B3DE-1923-D9DE-99DA5282EB65}"/>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6" Type="http://schemas.openxmlformats.org/officeDocument/2006/relationships/image" Target="../media/image29.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diagrams/_rels/data4.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ata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hyperlink" Target="graphviz.svg" TargetMode="Externa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52.svg"/></Relationships>
</file>

<file path=ppt/diagrams/_rels/data6.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ata8.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8.svg"/><Relationship Id="rId5" Type="http://schemas.openxmlformats.org/officeDocument/2006/relationships/image" Target="../media/image67.png"/><Relationship Id="rId10" Type="http://schemas.openxmlformats.org/officeDocument/2006/relationships/image" Target="../media/image72.svg"/><Relationship Id="rId4" Type="http://schemas.openxmlformats.org/officeDocument/2006/relationships/image" Target="../media/image66.svg"/><Relationship Id="rId9" Type="http://schemas.openxmlformats.org/officeDocument/2006/relationships/image" Target="../media/image71.png"/></Relationships>
</file>

<file path=ppt/diagrams/_rels/data9.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sv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8.sv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diagrams/_rels/data12.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6.png"/><Relationship Id="rId7" Type="http://schemas.openxmlformats.org/officeDocument/2006/relationships/image" Target="../media/image89.png"/><Relationship Id="rId12" Type="http://schemas.openxmlformats.org/officeDocument/2006/relationships/image" Target="../media/image94.svg"/><Relationship Id="rId2" Type="http://schemas.openxmlformats.org/officeDocument/2006/relationships/image" Target="../media/image85.svg"/><Relationship Id="rId1" Type="http://schemas.openxmlformats.org/officeDocument/2006/relationships/image" Target="../media/image30.png"/><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36.png"/><Relationship Id="rId10" Type="http://schemas.openxmlformats.org/officeDocument/2006/relationships/image" Target="../media/image92.svg"/><Relationship Id="rId4" Type="http://schemas.openxmlformats.org/officeDocument/2006/relationships/image" Target="../media/image87.svg"/><Relationship Id="rId9" Type="http://schemas.openxmlformats.org/officeDocument/2006/relationships/image" Target="../media/image91.png"/></Relationships>
</file>

<file path=ppt/diagrams/_rels/data15.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104.svg"/><Relationship Id="rId2" Type="http://schemas.openxmlformats.org/officeDocument/2006/relationships/image" Target="../media/image96.svg"/><Relationship Id="rId1" Type="http://schemas.openxmlformats.org/officeDocument/2006/relationships/image" Target="../media/image95.png"/><Relationship Id="rId6" Type="http://schemas.openxmlformats.org/officeDocument/2006/relationships/image" Target="../media/image100.svg"/><Relationship Id="rId11" Type="http://schemas.openxmlformats.org/officeDocument/2006/relationships/image" Target="../media/image103.png"/><Relationship Id="rId5" Type="http://schemas.openxmlformats.org/officeDocument/2006/relationships/image" Target="../media/image99.png"/><Relationship Id="rId10" Type="http://schemas.openxmlformats.org/officeDocument/2006/relationships/image" Target="../media/image74.svg"/><Relationship Id="rId4" Type="http://schemas.openxmlformats.org/officeDocument/2006/relationships/image" Target="../media/image98.svg"/><Relationship Id="rId9" Type="http://schemas.openxmlformats.org/officeDocument/2006/relationships/image" Target="../media/image7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6" Type="http://schemas.openxmlformats.org/officeDocument/2006/relationships/image" Target="../media/image29.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rawing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hyperlink" Target="graphviz.svg" TargetMode="External"/><Relationship Id="rId7" Type="http://schemas.openxmlformats.org/officeDocument/2006/relationships/image" Target="../media/image50.sv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52.svg"/></Relationships>
</file>

<file path=ppt/diagrams/_rels/drawing6.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rawing8.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8.svg"/><Relationship Id="rId5" Type="http://schemas.openxmlformats.org/officeDocument/2006/relationships/image" Target="../media/image67.png"/><Relationship Id="rId10" Type="http://schemas.openxmlformats.org/officeDocument/2006/relationships/image" Target="../media/image72.svg"/><Relationship Id="rId4" Type="http://schemas.openxmlformats.org/officeDocument/2006/relationships/image" Target="../media/image66.svg"/><Relationship Id="rId9" Type="http://schemas.openxmlformats.org/officeDocument/2006/relationships/image" Target="../media/image71.png"/></Relationships>
</file>

<file path=ppt/diagrams/_rels/drawing9.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sv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8.sv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diagrams/_rels/drawing12.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6.png"/><Relationship Id="rId7" Type="http://schemas.openxmlformats.org/officeDocument/2006/relationships/image" Target="../media/image89.png"/><Relationship Id="rId12" Type="http://schemas.openxmlformats.org/officeDocument/2006/relationships/image" Target="../media/image94.svg"/><Relationship Id="rId2" Type="http://schemas.openxmlformats.org/officeDocument/2006/relationships/image" Target="../media/image85.svg"/><Relationship Id="rId1" Type="http://schemas.openxmlformats.org/officeDocument/2006/relationships/image" Target="../media/image30.png"/><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36.png"/><Relationship Id="rId10" Type="http://schemas.openxmlformats.org/officeDocument/2006/relationships/image" Target="../media/image92.svg"/><Relationship Id="rId4" Type="http://schemas.openxmlformats.org/officeDocument/2006/relationships/image" Target="../media/image87.svg"/><Relationship Id="rId9" Type="http://schemas.openxmlformats.org/officeDocument/2006/relationships/image" Target="../media/image91.png"/></Relationships>
</file>

<file path=ppt/diagrams/_rels/drawing15.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104.svg"/><Relationship Id="rId2" Type="http://schemas.openxmlformats.org/officeDocument/2006/relationships/image" Target="../media/image96.svg"/><Relationship Id="rId1" Type="http://schemas.openxmlformats.org/officeDocument/2006/relationships/image" Target="../media/image95.png"/><Relationship Id="rId6" Type="http://schemas.openxmlformats.org/officeDocument/2006/relationships/image" Target="../media/image100.svg"/><Relationship Id="rId11" Type="http://schemas.openxmlformats.org/officeDocument/2006/relationships/image" Target="../media/image103.png"/><Relationship Id="rId5" Type="http://schemas.openxmlformats.org/officeDocument/2006/relationships/image" Target="../media/image99.png"/><Relationship Id="rId10" Type="http://schemas.openxmlformats.org/officeDocument/2006/relationships/image" Target="../media/image74.svg"/><Relationship Id="rId4" Type="http://schemas.openxmlformats.org/officeDocument/2006/relationships/image" Target="../media/image98.svg"/><Relationship Id="rId9" Type="http://schemas.openxmlformats.org/officeDocument/2006/relationships/image" Target="../media/image7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E02665-0BFE-4305-B658-7EC06E58199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C684D97-C379-44FA-AA36-9C09738564EF}">
      <dgm:prSet/>
      <dgm:spPr/>
      <dgm:t>
        <a:bodyPr/>
        <a:lstStyle/>
        <a:p>
          <a:pPr>
            <a:lnSpc>
              <a:spcPct val="100000"/>
            </a:lnSpc>
          </a:pPr>
          <a:r>
            <a:rPr lang="en-US"/>
            <a:t>Problem: Manual, fragmented processes limit reach and impact.</a:t>
          </a:r>
        </a:p>
      </dgm:t>
    </dgm:pt>
    <dgm:pt modelId="{2AD57BBA-9F69-447D-B596-9F4F09DF5FA5}" type="parTrans" cxnId="{199C315A-9847-45F8-A4D2-F966BED0E63D}">
      <dgm:prSet/>
      <dgm:spPr/>
      <dgm:t>
        <a:bodyPr/>
        <a:lstStyle/>
        <a:p>
          <a:endParaRPr lang="en-US"/>
        </a:p>
      </dgm:t>
    </dgm:pt>
    <dgm:pt modelId="{EF90EC95-3ADD-49F2-B96E-48486859AA0F}" type="sibTrans" cxnId="{199C315A-9847-45F8-A4D2-F966BED0E63D}">
      <dgm:prSet/>
      <dgm:spPr/>
      <dgm:t>
        <a:bodyPr/>
        <a:lstStyle/>
        <a:p>
          <a:pPr>
            <a:lnSpc>
              <a:spcPct val="100000"/>
            </a:lnSpc>
          </a:pPr>
          <a:endParaRPr lang="en-US"/>
        </a:p>
      </dgm:t>
    </dgm:pt>
    <dgm:pt modelId="{44C88E56-1D02-441D-BA5C-3D320AD8E154}">
      <dgm:prSet/>
      <dgm:spPr/>
      <dgm:t>
        <a:bodyPr/>
        <a:lstStyle/>
        <a:p>
          <a:pPr>
            <a:lnSpc>
              <a:spcPct val="100000"/>
            </a:lnSpc>
          </a:pPr>
          <a:r>
            <a:rPr lang="en-US"/>
            <a:t>Objectives:</a:t>
          </a:r>
        </a:p>
      </dgm:t>
    </dgm:pt>
    <dgm:pt modelId="{43599760-C3FF-4E4F-99F7-6A38618511E9}" type="parTrans" cxnId="{7A44F6B0-F969-415A-9BD2-BA4A5FC3FFF9}">
      <dgm:prSet/>
      <dgm:spPr/>
      <dgm:t>
        <a:bodyPr/>
        <a:lstStyle/>
        <a:p>
          <a:endParaRPr lang="en-US"/>
        </a:p>
      </dgm:t>
    </dgm:pt>
    <dgm:pt modelId="{826850CC-F008-46AA-8E2D-32DFFF9EA2F3}" type="sibTrans" cxnId="{7A44F6B0-F969-415A-9BD2-BA4A5FC3FFF9}">
      <dgm:prSet/>
      <dgm:spPr/>
      <dgm:t>
        <a:bodyPr/>
        <a:lstStyle/>
        <a:p>
          <a:pPr>
            <a:lnSpc>
              <a:spcPct val="100000"/>
            </a:lnSpc>
          </a:pPr>
          <a:endParaRPr lang="en-US"/>
        </a:p>
      </dgm:t>
    </dgm:pt>
    <dgm:pt modelId="{D1963A7E-C8BA-45AC-B7A5-1183413C2BD8}">
      <dgm:prSet/>
      <dgm:spPr/>
      <dgm:t>
        <a:bodyPr/>
        <a:lstStyle/>
        <a:p>
          <a:pPr>
            <a:lnSpc>
              <a:spcPct val="100000"/>
            </a:lnSpc>
          </a:pPr>
          <a:r>
            <a:rPr lang="en-US"/>
            <a:t>- Digitize training, consultancy, and resource sharing.</a:t>
          </a:r>
        </a:p>
      </dgm:t>
    </dgm:pt>
    <dgm:pt modelId="{03359160-1EC3-459C-9B07-EB05EC65FDF8}" type="parTrans" cxnId="{07383AFC-447A-4DE8-A801-2AEA615BA1E7}">
      <dgm:prSet/>
      <dgm:spPr/>
      <dgm:t>
        <a:bodyPr/>
        <a:lstStyle/>
        <a:p>
          <a:endParaRPr lang="en-US"/>
        </a:p>
      </dgm:t>
    </dgm:pt>
    <dgm:pt modelId="{3FB0A8B7-0497-4653-9ED3-3D267C431A75}" type="sibTrans" cxnId="{07383AFC-447A-4DE8-A801-2AEA615BA1E7}">
      <dgm:prSet/>
      <dgm:spPr/>
      <dgm:t>
        <a:bodyPr/>
        <a:lstStyle/>
        <a:p>
          <a:pPr>
            <a:lnSpc>
              <a:spcPct val="100000"/>
            </a:lnSpc>
          </a:pPr>
          <a:endParaRPr lang="en-US"/>
        </a:p>
      </dgm:t>
    </dgm:pt>
    <dgm:pt modelId="{390A983D-1F32-472B-8419-B9D67EA2AA76}">
      <dgm:prSet/>
      <dgm:spPr/>
      <dgm:t>
        <a:bodyPr/>
        <a:lstStyle/>
        <a:p>
          <a:pPr>
            <a:lnSpc>
              <a:spcPct val="100000"/>
            </a:lnSpc>
          </a:pPr>
          <a:r>
            <a:rPr lang="en-US"/>
            <a:t>- Centralize all resources in one platform.</a:t>
          </a:r>
        </a:p>
      </dgm:t>
    </dgm:pt>
    <dgm:pt modelId="{6159E324-6DEC-49AD-9719-B25B840E1C5B}" type="parTrans" cxnId="{C6AF6921-AC36-4044-A5AE-262B581CC3E2}">
      <dgm:prSet/>
      <dgm:spPr/>
      <dgm:t>
        <a:bodyPr/>
        <a:lstStyle/>
        <a:p>
          <a:endParaRPr lang="en-US"/>
        </a:p>
      </dgm:t>
    </dgm:pt>
    <dgm:pt modelId="{ACFFF195-9070-4C2B-A039-1F3874EFE8B9}" type="sibTrans" cxnId="{C6AF6921-AC36-4044-A5AE-262B581CC3E2}">
      <dgm:prSet/>
      <dgm:spPr/>
      <dgm:t>
        <a:bodyPr/>
        <a:lstStyle/>
        <a:p>
          <a:pPr>
            <a:lnSpc>
              <a:spcPct val="100000"/>
            </a:lnSpc>
          </a:pPr>
          <a:endParaRPr lang="en-US"/>
        </a:p>
      </dgm:t>
    </dgm:pt>
    <dgm:pt modelId="{487B7C90-B868-45D2-BC3D-0296045CBED3}">
      <dgm:prSet/>
      <dgm:spPr/>
      <dgm:t>
        <a:bodyPr/>
        <a:lstStyle/>
        <a:p>
          <a:pPr>
            <a:lnSpc>
              <a:spcPct val="100000"/>
            </a:lnSpc>
          </a:pPr>
          <a:r>
            <a:rPr lang="en-US"/>
            <a:t>- Promote collaboration and learning among CSOs.</a:t>
          </a:r>
        </a:p>
      </dgm:t>
    </dgm:pt>
    <dgm:pt modelId="{1E537B64-E676-4659-99F8-692503C72CE7}" type="parTrans" cxnId="{9A25DD56-A43F-45DC-9D46-893DF788122F}">
      <dgm:prSet/>
      <dgm:spPr/>
      <dgm:t>
        <a:bodyPr/>
        <a:lstStyle/>
        <a:p>
          <a:endParaRPr lang="en-US"/>
        </a:p>
      </dgm:t>
    </dgm:pt>
    <dgm:pt modelId="{507E3ADB-CFA9-4C56-967D-578565536210}" type="sibTrans" cxnId="{9A25DD56-A43F-45DC-9D46-893DF788122F}">
      <dgm:prSet/>
      <dgm:spPr/>
      <dgm:t>
        <a:bodyPr/>
        <a:lstStyle/>
        <a:p>
          <a:endParaRPr lang="en-US"/>
        </a:p>
      </dgm:t>
    </dgm:pt>
    <dgm:pt modelId="{D9C74F1E-47B6-4434-A69A-583654FA0806}" type="pres">
      <dgm:prSet presAssocID="{0FE02665-0BFE-4305-B658-7EC06E58199C}" presName="root" presStyleCnt="0">
        <dgm:presLayoutVars>
          <dgm:dir/>
          <dgm:resizeHandles val="exact"/>
        </dgm:presLayoutVars>
      </dgm:prSet>
      <dgm:spPr/>
    </dgm:pt>
    <dgm:pt modelId="{CFF82424-9086-42AB-BD95-C917F96F80DF}" type="pres">
      <dgm:prSet presAssocID="{0FE02665-0BFE-4305-B658-7EC06E58199C}" presName="container" presStyleCnt="0">
        <dgm:presLayoutVars>
          <dgm:dir/>
          <dgm:resizeHandles val="exact"/>
        </dgm:presLayoutVars>
      </dgm:prSet>
      <dgm:spPr/>
    </dgm:pt>
    <dgm:pt modelId="{E1DB9E85-2258-45BD-89DF-498A7E7FEBCC}" type="pres">
      <dgm:prSet presAssocID="{9C684D97-C379-44FA-AA36-9C09738564EF}" presName="compNode" presStyleCnt="0"/>
      <dgm:spPr/>
    </dgm:pt>
    <dgm:pt modelId="{704D6721-0397-44E9-9D1D-EB2981EA6C3F}" type="pres">
      <dgm:prSet presAssocID="{9C684D97-C379-44FA-AA36-9C09738564EF}" presName="iconBgRect" presStyleLbl="bgShp" presStyleIdx="0" presStyleCnt="5"/>
      <dgm:spPr/>
    </dgm:pt>
    <dgm:pt modelId="{EEE84C16-19F2-4DD3-BBF3-774F8AE48BBD}" type="pres">
      <dgm:prSet presAssocID="{9C684D97-C379-44FA-AA36-9C09738564E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24E713FA-DFAB-4A31-98FF-E9AD0E6C5352}" type="pres">
      <dgm:prSet presAssocID="{9C684D97-C379-44FA-AA36-9C09738564EF}" presName="spaceRect" presStyleCnt="0"/>
      <dgm:spPr/>
    </dgm:pt>
    <dgm:pt modelId="{A6842E74-480C-44B0-B2CF-9C8BEE2EE994}" type="pres">
      <dgm:prSet presAssocID="{9C684D97-C379-44FA-AA36-9C09738564EF}" presName="textRect" presStyleLbl="revTx" presStyleIdx="0" presStyleCnt="5">
        <dgm:presLayoutVars>
          <dgm:chMax val="1"/>
          <dgm:chPref val="1"/>
        </dgm:presLayoutVars>
      </dgm:prSet>
      <dgm:spPr/>
    </dgm:pt>
    <dgm:pt modelId="{D087513B-F864-42FF-837B-FADB407FC166}" type="pres">
      <dgm:prSet presAssocID="{EF90EC95-3ADD-49F2-B96E-48486859AA0F}" presName="sibTrans" presStyleLbl="sibTrans2D1" presStyleIdx="0" presStyleCnt="0"/>
      <dgm:spPr/>
    </dgm:pt>
    <dgm:pt modelId="{7BDF5B30-A83B-4A1B-A523-AD121F958FBB}" type="pres">
      <dgm:prSet presAssocID="{44C88E56-1D02-441D-BA5C-3D320AD8E154}" presName="compNode" presStyleCnt="0"/>
      <dgm:spPr/>
    </dgm:pt>
    <dgm:pt modelId="{EF5CD21F-2765-4B89-87AB-C95EF7119F33}" type="pres">
      <dgm:prSet presAssocID="{44C88E56-1D02-441D-BA5C-3D320AD8E154}" presName="iconBgRect" presStyleLbl="bgShp" presStyleIdx="1" presStyleCnt="5"/>
      <dgm:spPr/>
    </dgm:pt>
    <dgm:pt modelId="{0EA82E58-F503-4AEB-A46F-BCB71B08C7DE}" type="pres">
      <dgm:prSet presAssocID="{44C88E56-1D02-441D-BA5C-3D320AD8E15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seye"/>
        </a:ext>
      </dgm:extLst>
    </dgm:pt>
    <dgm:pt modelId="{C8BE542F-6D7A-43F3-94AC-FE82B0E9ED3F}" type="pres">
      <dgm:prSet presAssocID="{44C88E56-1D02-441D-BA5C-3D320AD8E154}" presName="spaceRect" presStyleCnt="0"/>
      <dgm:spPr/>
    </dgm:pt>
    <dgm:pt modelId="{AB63B963-5BE8-4A95-A01A-FA4B2A895412}" type="pres">
      <dgm:prSet presAssocID="{44C88E56-1D02-441D-BA5C-3D320AD8E154}" presName="textRect" presStyleLbl="revTx" presStyleIdx="1" presStyleCnt="5">
        <dgm:presLayoutVars>
          <dgm:chMax val="1"/>
          <dgm:chPref val="1"/>
        </dgm:presLayoutVars>
      </dgm:prSet>
      <dgm:spPr/>
    </dgm:pt>
    <dgm:pt modelId="{F80F6E75-AB01-4BEF-883C-36FB7411149F}" type="pres">
      <dgm:prSet presAssocID="{826850CC-F008-46AA-8E2D-32DFFF9EA2F3}" presName="sibTrans" presStyleLbl="sibTrans2D1" presStyleIdx="0" presStyleCnt="0"/>
      <dgm:spPr/>
    </dgm:pt>
    <dgm:pt modelId="{4469691E-EA3D-4C70-BCFF-B2CA5A8E8AF3}" type="pres">
      <dgm:prSet presAssocID="{D1963A7E-C8BA-45AC-B7A5-1183413C2BD8}" presName="compNode" presStyleCnt="0"/>
      <dgm:spPr/>
    </dgm:pt>
    <dgm:pt modelId="{A1F5E7E9-1725-43FF-9CD7-4F8D6D261890}" type="pres">
      <dgm:prSet presAssocID="{D1963A7E-C8BA-45AC-B7A5-1183413C2BD8}" presName="iconBgRect" presStyleLbl="bgShp" presStyleIdx="2" presStyleCnt="5"/>
      <dgm:spPr/>
    </dgm:pt>
    <dgm:pt modelId="{7AF62E68-0D97-4048-87AD-DECBBDCEAA57}" type="pres">
      <dgm:prSet presAssocID="{D1963A7E-C8BA-45AC-B7A5-1183413C2BD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oud Computing"/>
        </a:ext>
      </dgm:extLst>
    </dgm:pt>
    <dgm:pt modelId="{5E1C6936-17DD-4C7E-8A3A-0261284F971F}" type="pres">
      <dgm:prSet presAssocID="{D1963A7E-C8BA-45AC-B7A5-1183413C2BD8}" presName="spaceRect" presStyleCnt="0"/>
      <dgm:spPr/>
    </dgm:pt>
    <dgm:pt modelId="{0D6B217D-9E3A-4832-9B03-A1784BE273B7}" type="pres">
      <dgm:prSet presAssocID="{D1963A7E-C8BA-45AC-B7A5-1183413C2BD8}" presName="textRect" presStyleLbl="revTx" presStyleIdx="2" presStyleCnt="5">
        <dgm:presLayoutVars>
          <dgm:chMax val="1"/>
          <dgm:chPref val="1"/>
        </dgm:presLayoutVars>
      </dgm:prSet>
      <dgm:spPr/>
    </dgm:pt>
    <dgm:pt modelId="{D4CD837B-BD3A-44DD-A403-6F79056F21FC}" type="pres">
      <dgm:prSet presAssocID="{3FB0A8B7-0497-4653-9ED3-3D267C431A75}" presName="sibTrans" presStyleLbl="sibTrans2D1" presStyleIdx="0" presStyleCnt="0"/>
      <dgm:spPr/>
    </dgm:pt>
    <dgm:pt modelId="{C42AB2E4-7401-4D76-AF19-3F1DCB1AE564}" type="pres">
      <dgm:prSet presAssocID="{390A983D-1F32-472B-8419-B9D67EA2AA76}" presName="compNode" presStyleCnt="0"/>
      <dgm:spPr/>
    </dgm:pt>
    <dgm:pt modelId="{012B6686-EA43-4711-9317-35CF40D9C9A8}" type="pres">
      <dgm:prSet presAssocID="{390A983D-1F32-472B-8419-B9D67EA2AA76}" presName="iconBgRect" presStyleLbl="bgShp" presStyleIdx="3" presStyleCnt="5"/>
      <dgm:spPr/>
    </dgm:pt>
    <dgm:pt modelId="{88D7B069-8E0E-4C81-B558-066B4ABDA3C6}" type="pres">
      <dgm:prSet presAssocID="{390A983D-1F32-472B-8419-B9D67EA2AA7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isconnected"/>
        </a:ext>
      </dgm:extLst>
    </dgm:pt>
    <dgm:pt modelId="{0E748881-8F64-4F92-AF64-ACEBCB37BC3B}" type="pres">
      <dgm:prSet presAssocID="{390A983D-1F32-472B-8419-B9D67EA2AA76}" presName="spaceRect" presStyleCnt="0"/>
      <dgm:spPr/>
    </dgm:pt>
    <dgm:pt modelId="{8DCDF82B-CE57-4896-949D-3907B2A28C6F}" type="pres">
      <dgm:prSet presAssocID="{390A983D-1F32-472B-8419-B9D67EA2AA76}" presName="textRect" presStyleLbl="revTx" presStyleIdx="3" presStyleCnt="5">
        <dgm:presLayoutVars>
          <dgm:chMax val="1"/>
          <dgm:chPref val="1"/>
        </dgm:presLayoutVars>
      </dgm:prSet>
      <dgm:spPr/>
    </dgm:pt>
    <dgm:pt modelId="{BC8E2D27-6B75-4ABF-B033-28CCBEA5E3D2}" type="pres">
      <dgm:prSet presAssocID="{ACFFF195-9070-4C2B-A039-1F3874EFE8B9}" presName="sibTrans" presStyleLbl="sibTrans2D1" presStyleIdx="0" presStyleCnt="0"/>
      <dgm:spPr/>
    </dgm:pt>
    <dgm:pt modelId="{D6B3D481-52EC-4DED-8293-681B00374CDD}" type="pres">
      <dgm:prSet presAssocID="{487B7C90-B868-45D2-BC3D-0296045CBED3}" presName="compNode" presStyleCnt="0"/>
      <dgm:spPr/>
    </dgm:pt>
    <dgm:pt modelId="{A64D664E-6086-444A-A3CF-A64808E2EDB7}" type="pres">
      <dgm:prSet presAssocID="{487B7C90-B868-45D2-BC3D-0296045CBED3}" presName="iconBgRect" presStyleLbl="bgShp" presStyleIdx="4" presStyleCnt="5"/>
      <dgm:spPr/>
    </dgm:pt>
    <dgm:pt modelId="{00135428-9967-42AD-AC4A-0A180E1200E1}" type="pres">
      <dgm:prSet presAssocID="{487B7C90-B868-45D2-BC3D-0296045CBED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usiness Growth"/>
        </a:ext>
      </dgm:extLst>
    </dgm:pt>
    <dgm:pt modelId="{909081BC-4CCF-4228-98E8-F02322E23DAE}" type="pres">
      <dgm:prSet presAssocID="{487B7C90-B868-45D2-BC3D-0296045CBED3}" presName="spaceRect" presStyleCnt="0"/>
      <dgm:spPr/>
    </dgm:pt>
    <dgm:pt modelId="{18C28F79-AB5A-46B7-96E8-DCF7CA05D018}" type="pres">
      <dgm:prSet presAssocID="{487B7C90-B868-45D2-BC3D-0296045CBED3}" presName="textRect" presStyleLbl="revTx" presStyleIdx="4" presStyleCnt="5">
        <dgm:presLayoutVars>
          <dgm:chMax val="1"/>
          <dgm:chPref val="1"/>
        </dgm:presLayoutVars>
      </dgm:prSet>
      <dgm:spPr/>
    </dgm:pt>
  </dgm:ptLst>
  <dgm:cxnLst>
    <dgm:cxn modelId="{3AB8B917-2E94-44B3-80C9-E42069754E8F}" type="presOf" srcId="{44C88E56-1D02-441D-BA5C-3D320AD8E154}" destId="{AB63B963-5BE8-4A95-A01A-FA4B2A895412}" srcOrd="0" destOrd="0" presId="urn:microsoft.com/office/officeart/2018/2/layout/IconCircleList"/>
    <dgm:cxn modelId="{C6AF6921-AC36-4044-A5AE-262B581CC3E2}" srcId="{0FE02665-0BFE-4305-B658-7EC06E58199C}" destId="{390A983D-1F32-472B-8419-B9D67EA2AA76}" srcOrd="3" destOrd="0" parTransId="{6159E324-6DEC-49AD-9719-B25B840E1C5B}" sibTransId="{ACFFF195-9070-4C2B-A039-1F3874EFE8B9}"/>
    <dgm:cxn modelId="{BFB45A34-3674-407B-B874-9088D54DC782}" type="presOf" srcId="{9C684D97-C379-44FA-AA36-9C09738564EF}" destId="{A6842E74-480C-44B0-B2CF-9C8BEE2EE994}" srcOrd="0" destOrd="0" presId="urn:microsoft.com/office/officeart/2018/2/layout/IconCircleList"/>
    <dgm:cxn modelId="{5EC3D034-1EA4-462A-A820-2DEE6443E8D1}" type="presOf" srcId="{ACFFF195-9070-4C2B-A039-1F3874EFE8B9}" destId="{BC8E2D27-6B75-4ABF-B033-28CCBEA5E3D2}" srcOrd="0" destOrd="0" presId="urn:microsoft.com/office/officeart/2018/2/layout/IconCircleList"/>
    <dgm:cxn modelId="{0A123745-AB62-4A04-96D4-72967FA4FA57}" type="presOf" srcId="{487B7C90-B868-45D2-BC3D-0296045CBED3}" destId="{18C28F79-AB5A-46B7-96E8-DCF7CA05D018}" srcOrd="0" destOrd="0" presId="urn:microsoft.com/office/officeart/2018/2/layout/IconCircleList"/>
    <dgm:cxn modelId="{47279076-CC2D-4898-B2EB-C552279CE84E}" type="presOf" srcId="{390A983D-1F32-472B-8419-B9D67EA2AA76}" destId="{8DCDF82B-CE57-4896-949D-3907B2A28C6F}" srcOrd="0" destOrd="0" presId="urn:microsoft.com/office/officeart/2018/2/layout/IconCircleList"/>
    <dgm:cxn modelId="{9A25DD56-A43F-45DC-9D46-893DF788122F}" srcId="{0FE02665-0BFE-4305-B658-7EC06E58199C}" destId="{487B7C90-B868-45D2-BC3D-0296045CBED3}" srcOrd="4" destOrd="0" parTransId="{1E537B64-E676-4659-99F8-692503C72CE7}" sibTransId="{507E3ADB-CFA9-4C56-967D-578565536210}"/>
    <dgm:cxn modelId="{199C315A-9847-45F8-A4D2-F966BED0E63D}" srcId="{0FE02665-0BFE-4305-B658-7EC06E58199C}" destId="{9C684D97-C379-44FA-AA36-9C09738564EF}" srcOrd="0" destOrd="0" parTransId="{2AD57BBA-9F69-447D-B596-9F4F09DF5FA5}" sibTransId="{EF90EC95-3ADD-49F2-B96E-48486859AA0F}"/>
    <dgm:cxn modelId="{D5930B9A-DC0E-4099-A048-6BC10979C7BC}" type="presOf" srcId="{0FE02665-0BFE-4305-B658-7EC06E58199C}" destId="{D9C74F1E-47B6-4434-A69A-583654FA0806}" srcOrd="0" destOrd="0" presId="urn:microsoft.com/office/officeart/2018/2/layout/IconCircleList"/>
    <dgm:cxn modelId="{3C4213AF-D6D5-4C47-9F68-D4DFDD68378A}" type="presOf" srcId="{826850CC-F008-46AA-8E2D-32DFFF9EA2F3}" destId="{F80F6E75-AB01-4BEF-883C-36FB7411149F}" srcOrd="0" destOrd="0" presId="urn:microsoft.com/office/officeart/2018/2/layout/IconCircleList"/>
    <dgm:cxn modelId="{7A44F6B0-F969-415A-9BD2-BA4A5FC3FFF9}" srcId="{0FE02665-0BFE-4305-B658-7EC06E58199C}" destId="{44C88E56-1D02-441D-BA5C-3D320AD8E154}" srcOrd="1" destOrd="0" parTransId="{43599760-C3FF-4E4F-99F7-6A38618511E9}" sibTransId="{826850CC-F008-46AA-8E2D-32DFFF9EA2F3}"/>
    <dgm:cxn modelId="{FF9EBCB7-5ED5-499E-8B65-B7BCA73462D0}" type="presOf" srcId="{D1963A7E-C8BA-45AC-B7A5-1183413C2BD8}" destId="{0D6B217D-9E3A-4832-9B03-A1784BE273B7}" srcOrd="0" destOrd="0" presId="urn:microsoft.com/office/officeart/2018/2/layout/IconCircleList"/>
    <dgm:cxn modelId="{7C929DF9-4CF4-4C91-973A-B6BF83D872CF}" type="presOf" srcId="{3FB0A8B7-0497-4653-9ED3-3D267C431A75}" destId="{D4CD837B-BD3A-44DD-A403-6F79056F21FC}" srcOrd="0" destOrd="0" presId="urn:microsoft.com/office/officeart/2018/2/layout/IconCircleList"/>
    <dgm:cxn modelId="{2163F1F9-10DD-4D47-A095-3C37B5E69B8D}" type="presOf" srcId="{EF90EC95-3ADD-49F2-B96E-48486859AA0F}" destId="{D087513B-F864-42FF-837B-FADB407FC166}" srcOrd="0" destOrd="0" presId="urn:microsoft.com/office/officeart/2018/2/layout/IconCircleList"/>
    <dgm:cxn modelId="{07383AFC-447A-4DE8-A801-2AEA615BA1E7}" srcId="{0FE02665-0BFE-4305-B658-7EC06E58199C}" destId="{D1963A7E-C8BA-45AC-B7A5-1183413C2BD8}" srcOrd="2" destOrd="0" parTransId="{03359160-1EC3-459C-9B07-EB05EC65FDF8}" sibTransId="{3FB0A8B7-0497-4653-9ED3-3D267C431A75}"/>
    <dgm:cxn modelId="{0D8B0E21-E395-4209-B9AA-ADCDE33E2335}" type="presParOf" srcId="{D9C74F1E-47B6-4434-A69A-583654FA0806}" destId="{CFF82424-9086-42AB-BD95-C917F96F80DF}" srcOrd="0" destOrd="0" presId="urn:microsoft.com/office/officeart/2018/2/layout/IconCircleList"/>
    <dgm:cxn modelId="{B3F47C11-5C99-4C21-813A-31DDABF12159}" type="presParOf" srcId="{CFF82424-9086-42AB-BD95-C917F96F80DF}" destId="{E1DB9E85-2258-45BD-89DF-498A7E7FEBCC}" srcOrd="0" destOrd="0" presId="urn:microsoft.com/office/officeart/2018/2/layout/IconCircleList"/>
    <dgm:cxn modelId="{8E560BFA-66EA-41AC-B001-54C93D6D2FB0}" type="presParOf" srcId="{E1DB9E85-2258-45BD-89DF-498A7E7FEBCC}" destId="{704D6721-0397-44E9-9D1D-EB2981EA6C3F}" srcOrd="0" destOrd="0" presId="urn:microsoft.com/office/officeart/2018/2/layout/IconCircleList"/>
    <dgm:cxn modelId="{202FFFD8-6029-47A6-A4C0-58832FF373A3}" type="presParOf" srcId="{E1DB9E85-2258-45BD-89DF-498A7E7FEBCC}" destId="{EEE84C16-19F2-4DD3-BBF3-774F8AE48BBD}" srcOrd="1" destOrd="0" presId="urn:microsoft.com/office/officeart/2018/2/layout/IconCircleList"/>
    <dgm:cxn modelId="{32B3EF18-ADA5-48AC-8F78-8B40D8BBFEBD}" type="presParOf" srcId="{E1DB9E85-2258-45BD-89DF-498A7E7FEBCC}" destId="{24E713FA-DFAB-4A31-98FF-E9AD0E6C5352}" srcOrd="2" destOrd="0" presId="urn:microsoft.com/office/officeart/2018/2/layout/IconCircleList"/>
    <dgm:cxn modelId="{8DF0CFE1-3A14-4C43-B0DE-232057329A74}" type="presParOf" srcId="{E1DB9E85-2258-45BD-89DF-498A7E7FEBCC}" destId="{A6842E74-480C-44B0-B2CF-9C8BEE2EE994}" srcOrd="3" destOrd="0" presId="urn:microsoft.com/office/officeart/2018/2/layout/IconCircleList"/>
    <dgm:cxn modelId="{96154319-D523-412B-8024-21595B61947F}" type="presParOf" srcId="{CFF82424-9086-42AB-BD95-C917F96F80DF}" destId="{D087513B-F864-42FF-837B-FADB407FC166}" srcOrd="1" destOrd="0" presId="urn:microsoft.com/office/officeart/2018/2/layout/IconCircleList"/>
    <dgm:cxn modelId="{526BFE0C-A09F-4AC1-8848-292130895855}" type="presParOf" srcId="{CFF82424-9086-42AB-BD95-C917F96F80DF}" destId="{7BDF5B30-A83B-4A1B-A523-AD121F958FBB}" srcOrd="2" destOrd="0" presId="urn:microsoft.com/office/officeart/2018/2/layout/IconCircleList"/>
    <dgm:cxn modelId="{E6123B3A-6D12-45A5-AB58-B79ADE81CA74}" type="presParOf" srcId="{7BDF5B30-A83B-4A1B-A523-AD121F958FBB}" destId="{EF5CD21F-2765-4B89-87AB-C95EF7119F33}" srcOrd="0" destOrd="0" presId="urn:microsoft.com/office/officeart/2018/2/layout/IconCircleList"/>
    <dgm:cxn modelId="{9A56555F-DEFF-47B2-9EDB-E794FE7F3369}" type="presParOf" srcId="{7BDF5B30-A83B-4A1B-A523-AD121F958FBB}" destId="{0EA82E58-F503-4AEB-A46F-BCB71B08C7DE}" srcOrd="1" destOrd="0" presId="urn:microsoft.com/office/officeart/2018/2/layout/IconCircleList"/>
    <dgm:cxn modelId="{28F886B6-856C-4F49-8874-9E949146469C}" type="presParOf" srcId="{7BDF5B30-A83B-4A1B-A523-AD121F958FBB}" destId="{C8BE542F-6D7A-43F3-94AC-FE82B0E9ED3F}" srcOrd="2" destOrd="0" presId="urn:microsoft.com/office/officeart/2018/2/layout/IconCircleList"/>
    <dgm:cxn modelId="{8FCF2E62-4F96-4012-A357-B4D5318592A7}" type="presParOf" srcId="{7BDF5B30-A83B-4A1B-A523-AD121F958FBB}" destId="{AB63B963-5BE8-4A95-A01A-FA4B2A895412}" srcOrd="3" destOrd="0" presId="urn:microsoft.com/office/officeart/2018/2/layout/IconCircleList"/>
    <dgm:cxn modelId="{4259E4FC-46ED-4001-B48B-E0C9187A56B0}" type="presParOf" srcId="{CFF82424-9086-42AB-BD95-C917F96F80DF}" destId="{F80F6E75-AB01-4BEF-883C-36FB7411149F}" srcOrd="3" destOrd="0" presId="urn:microsoft.com/office/officeart/2018/2/layout/IconCircleList"/>
    <dgm:cxn modelId="{A26C001D-AA5C-4CDD-AEBA-56BCF9F6C911}" type="presParOf" srcId="{CFF82424-9086-42AB-BD95-C917F96F80DF}" destId="{4469691E-EA3D-4C70-BCFF-B2CA5A8E8AF3}" srcOrd="4" destOrd="0" presId="urn:microsoft.com/office/officeart/2018/2/layout/IconCircleList"/>
    <dgm:cxn modelId="{5FA0CB6E-B6B8-431C-8CCB-0454EC6C4301}" type="presParOf" srcId="{4469691E-EA3D-4C70-BCFF-B2CA5A8E8AF3}" destId="{A1F5E7E9-1725-43FF-9CD7-4F8D6D261890}" srcOrd="0" destOrd="0" presId="urn:microsoft.com/office/officeart/2018/2/layout/IconCircleList"/>
    <dgm:cxn modelId="{89AEADE1-8B3A-41CB-B4E6-CD108E799FFE}" type="presParOf" srcId="{4469691E-EA3D-4C70-BCFF-B2CA5A8E8AF3}" destId="{7AF62E68-0D97-4048-87AD-DECBBDCEAA57}" srcOrd="1" destOrd="0" presId="urn:microsoft.com/office/officeart/2018/2/layout/IconCircleList"/>
    <dgm:cxn modelId="{FE505C1B-F9E7-4C98-80DB-3BA150636503}" type="presParOf" srcId="{4469691E-EA3D-4C70-BCFF-B2CA5A8E8AF3}" destId="{5E1C6936-17DD-4C7E-8A3A-0261284F971F}" srcOrd="2" destOrd="0" presId="urn:microsoft.com/office/officeart/2018/2/layout/IconCircleList"/>
    <dgm:cxn modelId="{4BDB22AB-93A1-4C4F-8A88-DD7BCA596CB4}" type="presParOf" srcId="{4469691E-EA3D-4C70-BCFF-B2CA5A8E8AF3}" destId="{0D6B217D-9E3A-4832-9B03-A1784BE273B7}" srcOrd="3" destOrd="0" presId="urn:microsoft.com/office/officeart/2018/2/layout/IconCircleList"/>
    <dgm:cxn modelId="{B35DBC61-D4ED-4564-B62B-E625F16B9F98}" type="presParOf" srcId="{CFF82424-9086-42AB-BD95-C917F96F80DF}" destId="{D4CD837B-BD3A-44DD-A403-6F79056F21FC}" srcOrd="5" destOrd="0" presId="urn:microsoft.com/office/officeart/2018/2/layout/IconCircleList"/>
    <dgm:cxn modelId="{08C191B3-AF68-4C45-9C2C-C49094AF30A5}" type="presParOf" srcId="{CFF82424-9086-42AB-BD95-C917F96F80DF}" destId="{C42AB2E4-7401-4D76-AF19-3F1DCB1AE564}" srcOrd="6" destOrd="0" presId="urn:microsoft.com/office/officeart/2018/2/layout/IconCircleList"/>
    <dgm:cxn modelId="{8E49375D-4CFD-4202-855C-A2E6773D6570}" type="presParOf" srcId="{C42AB2E4-7401-4D76-AF19-3F1DCB1AE564}" destId="{012B6686-EA43-4711-9317-35CF40D9C9A8}" srcOrd="0" destOrd="0" presId="urn:microsoft.com/office/officeart/2018/2/layout/IconCircleList"/>
    <dgm:cxn modelId="{18BA5012-0E83-4312-9222-E8B85DBB69C0}" type="presParOf" srcId="{C42AB2E4-7401-4D76-AF19-3F1DCB1AE564}" destId="{88D7B069-8E0E-4C81-B558-066B4ABDA3C6}" srcOrd="1" destOrd="0" presId="urn:microsoft.com/office/officeart/2018/2/layout/IconCircleList"/>
    <dgm:cxn modelId="{9C48D162-AA71-487E-952D-D13E253EDF98}" type="presParOf" srcId="{C42AB2E4-7401-4D76-AF19-3F1DCB1AE564}" destId="{0E748881-8F64-4F92-AF64-ACEBCB37BC3B}" srcOrd="2" destOrd="0" presId="urn:microsoft.com/office/officeart/2018/2/layout/IconCircleList"/>
    <dgm:cxn modelId="{91EEA985-5DA4-4C24-8E4C-E6F6FF152E07}" type="presParOf" srcId="{C42AB2E4-7401-4D76-AF19-3F1DCB1AE564}" destId="{8DCDF82B-CE57-4896-949D-3907B2A28C6F}" srcOrd="3" destOrd="0" presId="urn:microsoft.com/office/officeart/2018/2/layout/IconCircleList"/>
    <dgm:cxn modelId="{F5DCB8EB-E680-4B79-9DA6-335486446265}" type="presParOf" srcId="{CFF82424-9086-42AB-BD95-C917F96F80DF}" destId="{BC8E2D27-6B75-4ABF-B033-28CCBEA5E3D2}" srcOrd="7" destOrd="0" presId="urn:microsoft.com/office/officeart/2018/2/layout/IconCircleList"/>
    <dgm:cxn modelId="{C7789697-2297-4F1D-A122-3B15593D87D7}" type="presParOf" srcId="{CFF82424-9086-42AB-BD95-C917F96F80DF}" destId="{D6B3D481-52EC-4DED-8293-681B00374CDD}" srcOrd="8" destOrd="0" presId="urn:microsoft.com/office/officeart/2018/2/layout/IconCircleList"/>
    <dgm:cxn modelId="{67ECE2A9-F96E-404C-997B-F8149065A517}" type="presParOf" srcId="{D6B3D481-52EC-4DED-8293-681B00374CDD}" destId="{A64D664E-6086-444A-A3CF-A64808E2EDB7}" srcOrd="0" destOrd="0" presId="urn:microsoft.com/office/officeart/2018/2/layout/IconCircleList"/>
    <dgm:cxn modelId="{C4FCAB4E-E723-46AB-898A-2761944532B7}" type="presParOf" srcId="{D6B3D481-52EC-4DED-8293-681B00374CDD}" destId="{00135428-9967-42AD-AC4A-0A180E1200E1}" srcOrd="1" destOrd="0" presId="urn:microsoft.com/office/officeart/2018/2/layout/IconCircleList"/>
    <dgm:cxn modelId="{36A16A7B-E7CA-4073-A95B-26EA53196CF7}" type="presParOf" srcId="{D6B3D481-52EC-4DED-8293-681B00374CDD}" destId="{909081BC-4CCF-4228-98E8-F02322E23DAE}" srcOrd="2" destOrd="0" presId="urn:microsoft.com/office/officeart/2018/2/layout/IconCircleList"/>
    <dgm:cxn modelId="{5412E719-4AEF-4496-87BB-8A94913373A7}" type="presParOf" srcId="{D6B3D481-52EC-4DED-8293-681B00374CDD}" destId="{18C28F79-AB5A-46B7-96E8-DCF7CA05D01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84A41B-CD4B-4DC0-B4C6-09F2AE3F1D5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A6C2695-F5FE-454B-B72A-66864193F028}">
      <dgm:prSet/>
      <dgm:spPr/>
      <dgm:t>
        <a:bodyPr/>
        <a:lstStyle/>
        <a:p>
          <a:r>
            <a:rPr lang="en-US"/>
            <a:t>Main Features:</a:t>
          </a:r>
        </a:p>
      </dgm:t>
    </dgm:pt>
    <dgm:pt modelId="{1B83092B-D0C5-4F71-A84C-955448BECF04}" type="parTrans" cxnId="{FD13E319-E681-4EAE-8CC9-787BA4B09224}">
      <dgm:prSet/>
      <dgm:spPr/>
      <dgm:t>
        <a:bodyPr/>
        <a:lstStyle/>
        <a:p>
          <a:endParaRPr lang="en-US"/>
        </a:p>
      </dgm:t>
    </dgm:pt>
    <dgm:pt modelId="{2E5DC901-EBBF-4E34-BF29-38F278ACD388}" type="sibTrans" cxnId="{FD13E319-E681-4EAE-8CC9-787BA4B09224}">
      <dgm:prSet/>
      <dgm:spPr/>
      <dgm:t>
        <a:bodyPr/>
        <a:lstStyle/>
        <a:p>
          <a:endParaRPr lang="en-US"/>
        </a:p>
      </dgm:t>
    </dgm:pt>
    <dgm:pt modelId="{DA5D573F-F98B-4BA9-B004-A97878B62250}">
      <dgm:prSet/>
      <dgm:spPr/>
      <dgm:t>
        <a:bodyPr/>
        <a:lstStyle/>
        <a:p>
          <a:r>
            <a:rPr lang="en-US"/>
            <a:t>- User roles: Admin, CSO Member, Trainer.</a:t>
          </a:r>
        </a:p>
      </dgm:t>
    </dgm:pt>
    <dgm:pt modelId="{167D03DA-9B83-48A3-A995-96A45AEEB406}" type="parTrans" cxnId="{ED878183-53D5-495A-9383-E23D307D45E1}">
      <dgm:prSet/>
      <dgm:spPr/>
      <dgm:t>
        <a:bodyPr/>
        <a:lstStyle/>
        <a:p>
          <a:endParaRPr lang="en-US"/>
        </a:p>
      </dgm:t>
    </dgm:pt>
    <dgm:pt modelId="{72ECF532-4AFC-4487-BA3F-F80C3CED2B33}" type="sibTrans" cxnId="{ED878183-53D5-495A-9383-E23D307D45E1}">
      <dgm:prSet/>
      <dgm:spPr/>
      <dgm:t>
        <a:bodyPr/>
        <a:lstStyle/>
        <a:p>
          <a:endParaRPr lang="en-US"/>
        </a:p>
      </dgm:t>
    </dgm:pt>
    <dgm:pt modelId="{564FB4FD-BA38-48AE-AC03-2F9E7CA50D54}">
      <dgm:prSet/>
      <dgm:spPr/>
      <dgm:t>
        <a:bodyPr/>
        <a:lstStyle/>
        <a:p>
          <a:r>
            <a:rPr lang="en-US"/>
            <a:t>- Online learning: courses and webinars.</a:t>
          </a:r>
        </a:p>
      </dgm:t>
    </dgm:pt>
    <dgm:pt modelId="{6F6BBDFE-F543-4503-835D-E97A3CB54C0F}" type="parTrans" cxnId="{96B6F85E-D03C-4655-9190-839095B791A4}">
      <dgm:prSet/>
      <dgm:spPr/>
      <dgm:t>
        <a:bodyPr/>
        <a:lstStyle/>
        <a:p>
          <a:endParaRPr lang="en-US"/>
        </a:p>
      </dgm:t>
    </dgm:pt>
    <dgm:pt modelId="{5D80754E-F14F-49B6-84D6-C94FFA3082CC}" type="sibTrans" cxnId="{96B6F85E-D03C-4655-9190-839095B791A4}">
      <dgm:prSet/>
      <dgm:spPr/>
      <dgm:t>
        <a:bodyPr/>
        <a:lstStyle/>
        <a:p>
          <a:endParaRPr lang="en-US"/>
        </a:p>
      </dgm:t>
    </dgm:pt>
    <dgm:pt modelId="{B46C99A8-AACF-4F6F-8A06-17754224E75B}">
      <dgm:prSet/>
      <dgm:spPr/>
      <dgm:t>
        <a:bodyPr/>
        <a:lstStyle/>
        <a:p>
          <a:r>
            <a:rPr lang="en-US"/>
            <a:t>- Resource library for guides and toolkits.</a:t>
          </a:r>
        </a:p>
      </dgm:t>
    </dgm:pt>
    <dgm:pt modelId="{E0B7D7F5-B19F-4580-8A17-6811820D207B}" type="parTrans" cxnId="{EAFAE151-E3E9-4ACB-8C9E-6881F742189B}">
      <dgm:prSet/>
      <dgm:spPr/>
      <dgm:t>
        <a:bodyPr/>
        <a:lstStyle/>
        <a:p>
          <a:endParaRPr lang="en-US"/>
        </a:p>
      </dgm:t>
    </dgm:pt>
    <dgm:pt modelId="{EC8BBD64-9EA7-4E43-AD52-D37F3AE5A0EA}" type="sibTrans" cxnId="{EAFAE151-E3E9-4ACB-8C9E-6881F742189B}">
      <dgm:prSet/>
      <dgm:spPr/>
      <dgm:t>
        <a:bodyPr/>
        <a:lstStyle/>
        <a:p>
          <a:endParaRPr lang="en-US"/>
        </a:p>
      </dgm:t>
    </dgm:pt>
    <dgm:pt modelId="{E6F63205-6BA8-495E-93B2-456264C2214A}">
      <dgm:prSet/>
      <dgm:spPr/>
      <dgm:t>
        <a:bodyPr/>
        <a:lstStyle/>
        <a:p>
          <a:r>
            <a:rPr lang="en-US"/>
            <a:t>- Collaboration hub with forums and chat.</a:t>
          </a:r>
        </a:p>
      </dgm:t>
    </dgm:pt>
    <dgm:pt modelId="{47AEADCB-F5B7-4E47-BC43-D49D1A17C62F}" type="parTrans" cxnId="{BDD4FBD0-7255-4F60-8BCC-6659CF400523}">
      <dgm:prSet/>
      <dgm:spPr/>
      <dgm:t>
        <a:bodyPr/>
        <a:lstStyle/>
        <a:p>
          <a:endParaRPr lang="en-US"/>
        </a:p>
      </dgm:t>
    </dgm:pt>
    <dgm:pt modelId="{D140A440-AD06-4CCF-A600-0872B886AF39}" type="sibTrans" cxnId="{BDD4FBD0-7255-4F60-8BCC-6659CF400523}">
      <dgm:prSet/>
      <dgm:spPr/>
      <dgm:t>
        <a:bodyPr/>
        <a:lstStyle/>
        <a:p>
          <a:endParaRPr lang="en-US"/>
        </a:p>
      </dgm:t>
    </dgm:pt>
    <dgm:pt modelId="{61306029-91AB-4A44-ACC5-6D159A54479D}">
      <dgm:prSet/>
      <dgm:spPr/>
      <dgm:t>
        <a:bodyPr/>
        <a:lstStyle/>
        <a:p>
          <a:r>
            <a:rPr lang="en-US"/>
            <a:t>- Consultancy request and tracking system.</a:t>
          </a:r>
        </a:p>
      </dgm:t>
    </dgm:pt>
    <dgm:pt modelId="{69FEE9B5-EC09-4904-A13C-082AA4B48FB3}" type="parTrans" cxnId="{AD93FDF2-9D4D-41AD-8AA4-B468D99F5164}">
      <dgm:prSet/>
      <dgm:spPr/>
      <dgm:t>
        <a:bodyPr/>
        <a:lstStyle/>
        <a:p>
          <a:endParaRPr lang="en-US"/>
        </a:p>
      </dgm:t>
    </dgm:pt>
    <dgm:pt modelId="{7C1804F1-04E3-41F4-8793-9CC6B6BE6B2A}" type="sibTrans" cxnId="{AD93FDF2-9D4D-41AD-8AA4-B468D99F5164}">
      <dgm:prSet/>
      <dgm:spPr/>
      <dgm:t>
        <a:bodyPr/>
        <a:lstStyle/>
        <a:p>
          <a:endParaRPr lang="en-US"/>
        </a:p>
      </dgm:t>
    </dgm:pt>
    <dgm:pt modelId="{AE1D0696-A865-4D9D-BA01-90BD66F3F966}">
      <dgm:prSet/>
      <dgm:spPr/>
      <dgm:t>
        <a:bodyPr/>
        <a:lstStyle/>
        <a:p>
          <a:r>
            <a:rPr lang="en-US"/>
            <a:t>- Analytics dashboard for insights.</a:t>
          </a:r>
        </a:p>
      </dgm:t>
    </dgm:pt>
    <dgm:pt modelId="{F1B5FEB8-EA66-4CCB-8B3E-E46ACF542479}" type="parTrans" cxnId="{C5349244-18A1-4A8D-AE38-E60049DF6092}">
      <dgm:prSet/>
      <dgm:spPr/>
      <dgm:t>
        <a:bodyPr/>
        <a:lstStyle/>
        <a:p>
          <a:endParaRPr lang="en-US"/>
        </a:p>
      </dgm:t>
    </dgm:pt>
    <dgm:pt modelId="{2131874E-E1C0-42F4-9702-97A38CD668A9}" type="sibTrans" cxnId="{C5349244-18A1-4A8D-AE38-E60049DF6092}">
      <dgm:prSet/>
      <dgm:spPr/>
      <dgm:t>
        <a:bodyPr/>
        <a:lstStyle/>
        <a:p>
          <a:endParaRPr lang="en-US"/>
        </a:p>
      </dgm:t>
    </dgm:pt>
    <dgm:pt modelId="{2B1D0138-05F5-4B2A-8DBE-16167D0A449B}">
      <dgm:prSet/>
      <dgm:spPr/>
      <dgm:t>
        <a:bodyPr/>
        <a:lstStyle/>
        <a:p>
          <a:r>
            <a:rPr lang="en-US"/>
            <a:t>Technology: Web-based (e.g., ASP.NET Core + Azure), secure and mobile-friendly.</a:t>
          </a:r>
        </a:p>
      </dgm:t>
    </dgm:pt>
    <dgm:pt modelId="{E8F56967-DC70-4BED-8D75-0FC68E96C2C3}" type="parTrans" cxnId="{CC956197-43A6-4F62-9038-314C5E84EF45}">
      <dgm:prSet/>
      <dgm:spPr/>
      <dgm:t>
        <a:bodyPr/>
        <a:lstStyle/>
        <a:p>
          <a:endParaRPr lang="en-US"/>
        </a:p>
      </dgm:t>
    </dgm:pt>
    <dgm:pt modelId="{B841D1B4-6D35-42F5-8829-068F178FB6D8}" type="sibTrans" cxnId="{CC956197-43A6-4F62-9038-314C5E84EF45}">
      <dgm:prSet/>
      <dgm:spPr/>
      <dgm:t>
        <a:bodyPr/>
        <a:lstStyle/>
        <a:p>
          <a:endParaRPr lang="en-US"/>
        </a:p>
      </dgm:t>
    </dgm:pt>
    <dgm:pt modelId="{4537CB33-F80F-41C5-8412-EB5B3AD305F3}" type="pres">
      <dgm:prSet presAssocID="{7084A41B-CD4B-4DC0-B4C6-09F2AE3F1D53}" presName="root" presStyleCnt="0">
        <dgm:presLayoutVars>
          <dgm:dir/>
          <dgm:resizeHandles val="exact"/>
        </dgm:presLayoutVars>
      </dgm:prSet>
      <dgm:spPr/>
    </dgm:pt>
    <dgm:pt modelId="{0D43C2DD-02E1-409D-926C-F81036EF7214}" type="pres">
      <dgm:prSet presAssocID="{8A6C2695-F5FE-454B-B72A-66864193F028}" presName="compNode" presStyleCnt="0"/>
      <dgm:spPr/>
    </dgm:pt>
    <dgm:pt modelId="{A8A15C33-3421-4D1C-BDF1-0E08D231A91C}" type="pres">
      <dgm:prSet presAssocID="{8A6C2695-F5FE-454B-B72A-66864193F028}" presName="bgRect" presStyleLbl="bgShp" presStyleIdx="0" presStyleCnt="8"/>
      <dgm:spPr/>
    </dgm:pt>
    <dgm:pt modelId="{7764D563-4098-468B-A377-844013CBFCE4}" type="pres">
      <dgm:prSet presAssocID="{8A6C2695-F5FE-454B-B72A-66864193F028}"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4E3D21BE-A745-4D92-9A45-A9B5599AA7E7}" type="pres">
      <dgm:prSet presAssocID="{8A6C2695-F5FE-454B-B72A-66864193F028}" presName="spaceRect" presStyleCnt="0"/>
      <dgm:spPr/>
    </dgm:pt>
    <dgm:pt modelId="{4D3769BA-86DB-4BD1-BD60-727707352A4E}" type="pres">
      <dgm:prSet presAssocID="{8A6C2695-F5FE-454B-B72A-66864193F028}" presName="parTx" presStyleLbl="revTx" presStyleIdx="0" presStyleCnt="8">
        <dgm:presLayoutVars>
          <dgm:chMax val="0"/>
          <dgm:chPref val="0"/>
        </dgm:presLayoutVars>
      </dgm:prSet>
      <dgm:spPr/>
    </dgm:pt>
    <dgm:pt modelId="{04D53C77-7479-41FD-8BB4-5740001F52FA}" type="pres">
      <dgm:prSet presAssocID="{2E5DC901-EBBF-4E34-BF29-38F278ACD388}" presName="sibTrans" presStyleCnt="0"/>
      <dgm:spPr/>
    </dgm:pt>
    <dgm:pt modelId="{64F9745E-D45C-4EB3-A22D-412484F89748}" type="pres">
      <dgm:prSet presAssocID="{DA5D573F-F98B-4BA9-B004-A97878B62250}" presName="compNode" presStyleCnt="0"/>
      <dgm:spPr/>
    </dgm:pt>
    <dgm:pt modelId="{9CF578A5-F2DD-4B53-885B-39BB0C18925C}" type="pres">
      <dgm:prSet presAssocID="{DA5D573F-F98B-4BA9-B004-A97878B62250}" presName="bgRect" presStyleLbl="bgShp" presStyleIdx="1" presStyleCnt="8"/>
      <dgm:spPr/>
    </dgm:pt>
    <dgm:pt modelId="{97E61358-7340-4552-BEA9-B6A09DBC8BF8}" type="pres">
      <dgm:prSet presAssocID="{DA5D573F-F98B-4BA9-B004-A97878B62250}"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D90E2E59-F787-4568-BA27-CE71183F1758}" type="pres">
      <dgm:prSet presAssocID="{DA5D573F-F98B-4BA9-B004-A97878B62250}" presName="spaceRect" presStyleCnt="0"/>
      <dgm:spPr/>
    </dgm:pt>
    <dgm:pt modelId="{AADC4E9D-551A-401E-B92A-902A3E1DD513}" type="pres">
      <dgm:prSet presAssocID="{DA5D573F-F98B-4BA9-B004-A97878B62250}" presName="parTx" presStyleLbl="revTx" presStyleIdx="1" presStyleCnt="8">
        <dgm:presLayoutVars>
          <dgm:chMax val="0"/>
          <dgm:chPref val="0"/>
        </dgm:presLayoutVars>
      </dgm:prSet>
      <dgm:spPr/>
    </dgm:pt>
    <dgm:pt modelId="{8CE88040-B789-41D0-AC6A-47A8C42C14E3}" type="pres">
      <dgm:prSet presAssocID="{72ECF532-4AFC-4487-BA3F-F80C3CED2B33}" presName="sibTrans" presStyleCnt="0"/>
      <dgm:spPr/>
    </dgm:pt>
    <dgm:pt modelId="{0AB6FA31-E53D-4EE1-8875-5B6A1625CC9F}" type="pres">
      <dgm:prSet presAssocID="{564FB4FD-BA38-48AE-AC03-2F9E7CA50D54}" presName="compNode" presStyleCnt="0"/>
      <dgm:spPr/>
    </dgm:pt>
    <dgm:pt modelId="{1A3A202C-F4E4-4D50-9B01-0920C7CE1AF0}" type="pres">
      <dgm:prSet presAssocID="{564FB4FD-BA38-48AE-AC03-2F9E7CA50D54}" presName="bgRect" presStyleLbl="bgShp" presStyleIdx="2" presStyleCnt="8"/>
      <dgm:spPr/>
    </dgm:pt>
    <dgm:pt modelId="{E1CC1DAD-01DA-4C9F-85D7-095B5BE6A12C}" type="pres">
      <dgm:prSet presAssocID="{564FB4FD-BA38-48AE-AC03-2F9E7CA50D54}"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EC42AA71-7921-44B9-AE09-69A3798D1526}" type="pres">
      <dgm:prSet presAssocID="{564FB4FD-BA38-48AE-AC03-2F9E7CA50D54}" presName="spaceRect" presStyleCnt="0"/>
      <dgm:spPr/>
    </dgm:pt>
    <dgm:pt modelId="{4FD5633E-3F2C-4B05-A9F1-5F22367C17EB}" type="pres">
      <dgm:prSet presAssocID="{564FB4FD-BA38-48AE-AC03-2F9E7CA50D54}" presName="parTx" presStyleLbl="revTx" presStyleIdx="2" presStyleCnt="8">
        <dgm:presLayoutVars>
          <dgm:chMax val="0"/>
          <dgm:chPref val="0"/>
        </dgm:presLayoutVars>
      </dgm:prSet>
      <dgm:spPr/>
    </dgm:pt>
    <dgm:pt modelId="{0BB6DA91-781A-43EF-B72F-8573322A2A6E}" type="pres">
      <dgm:prSet presAssocID="{5D80754E-F14F-49B6-84D6-C94FFA3082CC}" presName="sibTrans" presStyleCnt="0"/>
      <dgm:spPr/>
    </dgm:pt>
    <dgm:pt modelId="{0BCC98C7-ED59-41B2-960A-4C9E595943AF}" type="pres">
      <dgm:prSet presAssocID="{B46C99A8-AACF-4F6F-8A06-17754224E75B}" presName="compNode" presStyleCnt="0"/>
      <dgm:spPr/>
    </dgm:pt>
    <dgm:pt modelId="{6826A537-43EE-4A57-B326-19D30C328352}" type="pres">
      <dgm:prSet presAssocID="{B46C99A8-AACF-4F6F-8A06-17754224E75B}" presName="bgRect" presStyleLbl="bgShp" presStyleIdx="3" presStyleCnt="8"/>
      <dgm:spPr/>
    </dgm:pt>
    <dgm:pt modelId="{897D72DE-C79D-4529-A1DC-D0B257F676EF}" type="pres">
      <dgm:prSet presAssocID="{B46C99A8-AACF-4F6F-8A06-17754224E75B}"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726EE6CF-925D-4D34-A766-6A96DB150B98}" type="pres">
      <dgm:prSet presAssocID="{B46C99A8-AACF-4F6F-8A06-17754224E75B}" presName="spaceRect" presStyleCnt="0"/>
      <dgm:spPr/>
    </dgm:pt>
    <dgm:pt modelId="{C89DECDF-5C07-47EB-A93E-9BCD52B3DAD9}" type="pres">
      <dgm:prSet presAssocID="{B46C99A8-AACF-4F6F-8A06-17754224E75B}" presName="parTx" presStyleLbl="revTx" presStyleIdx="3" presStyleCnt="8">
        <dgm:presLayoutVars>
          <dgm:chMax val="0"/>
          <dgm:chPref val="0"/>
        </dgm:presLayoutVars>
      </dgm:prSet>
      <dgm:spPr/>
    </dgm:pt>
    <dgm:pt modelId="{FEFA4C05-2677-4AA4-8F32-002AA05916B8}" type="pres">
      <dgm:prSet presAssocID="{EC8BBD64-9EA7-4E43-AD52-D37F3AE5A0EA}" presName="sibTrans" presStyleCnt="0"/>
      <dgm:spPr/>
    </dgm:pt>
    <dgm:pt modelId="{102744E2-2F15-4693-92F6-AB8ED28432F0}" type="pres">
      <dgm:prSet presAssocID="{E6F63205-6BA8-495E-93B2-456264C2214A}" presName="compNode" presStyleCnt="0"/>
      <dgm:spPr/>
    </dgm:pt>
    <dgm:pt modelId="{8FA0C44C-0BED-4647-8DA9-2866F138B05C}" type="pres">
      <dgm:prSet presAssocID="{E6F63205-6BA8-495E-93B2-456264C2214A}" presName="bgRect" presStyleLbl="bgShp" presStyleIdx="4" presStyleCnt="8"/>
      <dgm:spPr/>
    </dgm:pt>
    <dgm:pt modelId="{CD740675-2568-4088-BCEE-5495C4522B37}" type="pres">
      <dgm:prSet presAssocID="{E6F63205-6BA8-495E-93B2-456264C2214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peech"/>
        </a:ext>
      </dgm:extLst>
    </dgm:pt>
    <dgm:pt modelId="{9A5F4A90-85AA-43A3-A880-C93E62ABC00B}" type="pres">
      <dgm:prSet presAssocID="{E6F63205-6BA8-495E-93B2-456264C2214A}" presName="spaceRect" presStyleCnt="0"/>
      <dgm:spPr/>
    </dgm:pt>
    <dgm:pt modelId="{DC867E35-32D7-4F2D-A24D-AB4C6F7308FC}" type="pres">
      <dgm:prSet presAssocID="{E6F63205-6BA8-495E-93B2-456264C2214A}" presName="parTx" presStyleLbl="revTx" presStyleIdx="4" presStyleCnt="8">
        <dgm:presLayoutVars>
          <dgm:chMax val="0"/>
          <dgm:chPref val="0"/>
        </dgm:presLayoutVars>
      </dgm:prSet>
      <dgm:spPr/>
    </dgm:pt>
    <dgm:pt modelId="{C409D2FD-5404-4E50-BEC8-4F8B441251AA}" type="pres">
      <dgm:prSet presAssocID="{D140A440-AD06-4CCF-A600-0872B886AF39}" presName="sibTrans" presStyleCnt="0"/>
      <dgm:spPr/>
    </dgm:pt>
    <dgm:pt modelId="{6CC4A05A-AAFB-4767-A441-51982FA95212}" type="pres">
      <dgm:prSet presAssocID="{61306029-91AB-4A44-ACC5-6D159A54479D}" presName="compNode" presStyleCnt="0"/>
      <dgm:spPr/>
    </dgm:pt>
    <dgm:pt modelId="{B41BBF22-5D62-4337-95A9-6FD356932F3E}" type="pres">
      <dgm:prSet presAssocID="{61306029-91AB-4A44-ACC5-6D159A54479D}" presName="bgRect" presStyleLbl="bgShp" presStyleIdx="5" presStyleCnt="8"/>
      <dgm:spPr/>
    </dgm:pt>
    <dgm:pt modelId="{96835876-77CA-4197-9065-1BFDF2909E02}" type="pres">
      <dgm:prSet presAssocID="{61306029-91AB-4A44-ACC5-6D159A54479D}"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tatistics"/>
        </a:ext>
      </dgm:extLst>
    </dgm:pt>
    <dgm:pt modelId="{4F671EA4-B720-4F03-BA1D-7CEC37390919}" type="pres">
      <dgm:prSet presAssocID="{61306029-91AB-4A44-ACC5-6D159A54479D}" presName="spaceRect" presStyleCnt="0"/>
      <dgm:spPr/>
    </dgm:pt>
    <dgm:pt modelId="{BAF974E9-6CEE-401E-938A-DFB435DF35D7}" type="pres">
      <dgm:prSet presAssocID="{61306029-91AB-4A44-ACC5-6D159A54479D}" presName="parTx" presStyleLbl="revTx" presStyleIdx="5" presStyleCnt="8">
        <dgm:presLayoutVars>
          <dgm:chMax val="0"/>
          <dgm:chPref val="0"/>
        </dgm:presLayoutVars>
      </dgm:prSet>
      <dgm:spPr/>
    </dgm:pt>
    <dgm:pt modelId="{12EC7BB3-4DEF-4CA4-8E5B-83E2B659D0E0}" type="pres">
      <dgm:prSet presAssocID="{7C1804F1-04E3-41F4-8793-9CC6B6BE6B2A}" presName="sibTrans" presStyleCnt="0"/>
      <dgm:spPr/>
    </dgm:pt>
    <dgm:pt modelId="{7C6C18AF-08B0-4212-8075-E7C9FDA16E8F}" type="pres">
      <dgm:prSet presAssocID="{AE1D0696-A865-4D9D-BA01-90BD66F3F966}" presName="compNode" presStyleCnt="0"/>
      <dgm:spPr/>
    </dgm:pt>
    <dgm:pt modelId="{A4B0BC62-6EF8-4810-B0BC-8EA20AC06334}" type="pres">
      <dgm:prSet presAssocID="{AE1D0696-A865-4D9D-BA01-90BD66F3F966}" presName="bgRect" presStyleLbl="bgShp" presStyleIdx="6" presStyleCnt="8"/>
      <dgm:spPr/>
    </dgm:pt>
    <dgm:pt modelId="{1EA8AA56-FCE4-4EA1-9B39-AC918DA9EA19}" type="pres">
      <dgm:prSet presAssocID="{AE1D0696-A865-4D9D-BA01-90BD66F3F966}"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Pie chart"/>
        </a:ext>
      </dgm:extLst>
    </dgm:pt>
    <dgm:pt modelId="{C3EA75DE-4E65-465D-8BA2-5C74C40A6FA0}" type="pres">
      <dgm:prSet presAssocID="{AE1D0696-A865-4D9D-BA01-90BD66F3F966}" presName="spaceRect" presStyleCnt="0"/>
      <dgm:spPr/>
    </dgm:pt>
    <dgm:pt modelId="{80998756-C633-4AC8-8B29-52E3376CE126}" type="pres">
      <dgm:prSet presAssocID="{AE1D0696-A865-4D9D-BA01-90BD66F3F966}" presName="parTx" presStyleLbl="revTx" presStyleIdx="6" presStyleCnt="8">
        <dgm:presLayoutVars>
          <dgm:chMax val="0"/>
          <dgm:chPref val="0"/>
        </dgm:presLayoutVars>
      </dgm:prSet>
      <dgm:spPr/>
    </dgm:pt>
    <dgm:pt modelId="{959AD625-B1A8-4362-BED0-EAD24D359FC4}" type="pres">
      <dgm:prSet presAssocID="{2131874E-E1C0-42F4-9702-97A38CD668A9}" presName="sibTrans" presStyleCnt="0"/>
      <dgm:spPr/>
    </dgm:pt>
    <dgm:pt modelId="{150F9086-DCFA-4F9B-B99E-82ACCED182CB}" type="pres">
      <dgm:prSet presAssocID="{2B1D0138-05F5-4B2A-8DBE-16167D0A449B}" presName="compNode" presStyleCnt="0"/>
      <dgm:spPr/>
    </dgm:pt>
    <dgm:pt modelId="{79AFD828-8B85-4C28-BE07-7982AF801690}" type="pres">
      <dgm:prSet presAssocID="{2B1D0138-05F5-4B2A-8DBE-16167D0A449B}" presName="bgRect" presStyleLbl="bgShp" presStyleIdx="7" presStyleCnt="8"/>
      <dgm:spPr/>
    </dgm:pt>
    <dgm:pt modelId="{65CA81C2-DB44-43BD-9B62-1BCAF84776B0}" type="pres">
      <dgm:prSet presAssocID="{2B1D0138-05F5-4B2A-8DBE-16167D0A449B}"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Cloud"/>
        </a:ext>
      </dgm:extLst>
    </dgm:pt>
    <dgm:pt modelId="{F53EECE2-8DD0-4183-A327-00ED3422B603}" type="pres">
      <dgm:prSet presAssocID="{2B1D0138-05F5-4B2A-8DBE-16167D0A449B}" presName="spaceRect" presStyleCnt="0"/>
      <dgm:spPr/>
    </dgm:pt>
    <dgm:pt modelId="{CFC7D2C6-D327-4B0D-9AFB-814FF7523CA0}" type="pres">
      <dgm:prSet presAssocID="{2B1D0138-05F5-4B2A-8DBE-16167D0A449B}" presName="parTx" presStyleLbl="revTx" presStyleIdx="7" presStyleCnt="8">
        <dgm:presLayoutVars>
          <dgm:chMax val="0"/>
          <dgm:chPref val="0"/>
        </dgm:presLayoutVars>
      </dgm:prSet>
      <dgm:spPr/>
    </dgm:pt>
  </dgm:ptLst>
  <dgm:cxnLst>
    <dgm:cxn modelId="{C56E6101-C93E-4B73-8757-269BDBFBE3BE}" type="presOf" srcId="{DA5D573F-F98B-4BA9-B004-A97878B62250}" destId="{AADC4E9D-551A-401E-B92A-902A3E1DD513}" srcOrd="0" destOrd="0" presId="urn:microsoft.com/office/officeart/2018/2/layout/IconVerticalSolidList"/>
    <dgm:cxn modelId="{FD13E319-E681-4EAE-8CC9-787BA4B09224}" srcId="{7084A41B-CD4B-4DC0-B4C6-09F2AE3F1D53}" destId="{8A6C2695-F5FE-454B-B72A-66864193F028}" srcOrd="0" destOrd="0" parTransId="{1B83092B-D0C5-4F71-A84C-955448BECF04}" sibTransId="{2E5DC901-EBBF-4E34-BF29-38F278ACD388}"/>
    <dgm:cxn modelId="{96B6F85E-D03C-4655-9190-839095B791A4}" srcId="{7084A41B-CD4B-4DC0-B4C6-09F2AE3F1D53}" destId="{564FB4FD-BA38-48AE-AC03-2F9E7CA50D54}" srcOrd="2" destOrd="0" parTransId="{6F6BBDFE-F543-4503-835D-E97A3CB54C0F}" sibTransId="{5D80754E-F14F-49B6-84D6-C94FFA3082CC}"/>
    <dgm:cxn modelId="{77A2C262-B7EB-410B-B72D-E3C4EB2E3AB1}" type="presOf" srcId="{B46C99A8-AACF-4F6F-8A06-17754224E75B}" destId="{C89DECDF-5C07-47EB-A93E-9BCD52B3DAD9}" srcOrd="0" destOrd="0" presId="urn:microsoft.com/office/officeart/2018/2/layout/IconVerticalSolidList"/>
    <dgm:cxn modelId="{C5349244-18A1-4A8D-AE38-E60049DF6092}" srcId="{7084A41B-CD4B-4DC0-B4C6-09F2AE3F1D53}" destId="{AE1D0696-A865-4D9D-BA01-90BD66F3F966}" srcOrd="6" destOrd="0" parTransId="{F1B5FEB8-EA66-4CCB-8B3E-E46ACF542479}" sibTransId="{2131874E-E1C0-42F4-9702-97A38CD668A9}"/>
    <dgm:cxn modelId="{56B3CA4A-4BEE-46E2-9F67-6CBD70C65864}" type="presOf" srcId="{E6F63205-6BA8-495E-93B2-456264C2214A}" destId="{DC867E35-32D7-4F2D-A24D-AB4C6F7308FC}" srcOrd="0" destOrd="0" presId="urn:microsoft.com/office/officeart/2018/2/layout/IconVerticalSolidList"/>
    <dgm:cxn modelId="{EAFAE151-E3E9-4ACB-8C9E-6881F742189B}" srcId="{7084A41B-CD4B-4DC0-B4C6-09F2AE3F1D53}" destId="{B46C99A8-AACF-4F6F-8A06-17754224E75B}" srcOrd="3" destOrd="0" parTransId="{E0B7D7F5-B19F-4580-8A17-6811820D207B}" sibTransId="{EC8BBD64-9EA7-4E43-AD52-D37F3AE5A0EA}"/>
    <dgm:cxn modelId="{56CF8F7E-212A-4693-86E3-AC8AFFEA8E40}" type="presOf" srcId="{8A6C2695-F5FE-454B-B72A-66864193F028}" destId="{4D3769BA-86DB-4BD1-BD60-727707352A4E}" srcOrd="0" destOrd="0" presId="urn:microsoft.com/office/officeart/2018/2/layout/IconVerticalSolidList"/>
    <dgm:cxn modelId="{ED878183-53D5-495A-9383-E23D307D45E1}" srcId="{7084A41B-CD4B-4DC0-B4C6-09F2AE3F1D53}" destId="{DA5D573F-F98B-4BA9-B004-A97878B62250}" srcOrd="1" destOrd="0" parTransId="{167D03DA-9B83-48A3-A995-96A45AEEB406}" sibTransId="{72ECF532-4AFC-4487-BA3F-F80C3CED2B33}"/>
    <dgm:cxn modelId="{4CC2E485-7E7D-442C-9DE9-5992F920D116}" type="presOf" srcId="{61306029-91AB-4A44-ACC5-6D159A54479D}" destId="{BAF974E9-6CEE-401E-938A-DFB435DF35D7}" srcOrd="0" destOrd="0" presId="urn:microsoft.com/office/officeart/2018/2/layout/IconVerticalSolidList"/>
    <dgm:cxn modelId="{CC956197-43A6-4F62-9038-314C5E84EF45}" srcId="{7084A41B-CD4B-4DC0-B4C6-09F2AE3F1D53}" destId="{2B1D0138-05F5-4B2A-8DBE-16167D0A449B}" srcOrd="7" destOrd="0" parTransId="{E8F56967-DC70-4BED-8D75-0FC68E96C2C3}" sibTransId="{B841D1B4-6D35-42F5-8829-068F178FB6D8}"/>
    <dgm:cxn modelId="{43E6B9B7-44F6-4D36-9B55-A50D65E4770E}" type="presOf" srcId="{AE1D0696-A865-4D9D-BA01-90BD66F3F966}" destId="{80998756-C633-4AC8-8B29-52E3376CE126}" srcOrd="0" destOrd="0" presId="urn:microsoft.com/office/officeart/2018/2/layout/IconVerticalSolidList"/>
    <dgm:cxn modelId="{6A406ABD-9E8E-42EB-9A3B-2E340A2E4ABF}" type="presOf" srcId="{2B1D0138-05F5-4B2A-8DBE-16167D0A449B}" destId="{CFC7D2C6-D327-4B0D-9AFB-814FF7523CA0}" srcOrd="0" destOrd="0" presId="urn:microsoft.com/office/officeart/2018/2/layout/IconVerticalSolidList"/>
    <dgm:cxn modelId="{E28850CF-5A4B-4E36-916A-7CB75B4A28EC}" type="presOf" srcId="{564FB4FD-BA38-48AE-AC03-2F9E7CA50D54}" destId="{4FD5633E-3F2C-4B05-A9F1-5F22367C17EB}" srcOrd="0" destOrd="0" presId="urn:microsoft.com/office/officeart/2018/2/layout/IconVerticalSolidList"/>
    <dgm:cxn modelId="{BDD4FBD0-7255-4F60-8BCC-6659CF400523}" srcId="{7084A41B-CD4B-4DC0-B4C6-09F2AE3F1D53}" destId="{E6F63205-6BA8-495E-93B2-456264C2214A}" srcOrd="4" destOrd="0" parTransId="{47AEADCB-F5B7-4E47-BC43-D49D1A17C62F}" sibTransId="{D140A440-AD06-4CCF-A600-0872B886AF39}"/>
    <dgm:cxn modelId="{30A53ADB-118A-4D60-9AD0-96F7AEAE46F8}" type="presOf" srcId="{7084A41B-CD4B-4DC0-B4C6-09F2AE3F1D53}" destId="{4537CB33-F80F-41C5-8412-EB5B3AD305F3}" srcOrd="0" destOrd="0" presId="urn:microsoft.com/office/officeart/2018/2/layout/IconVerticalSolidList"/>
    <dgm:cxn modelId="{AD93FDF2-9D4D-41AD-8AA4-B468D99F5164}" srcId="{7084A41B-CD4B-4DC0-B4C6-09F2AE3F1D53}" destId="{61306029-91AB-4A44-ACC5-6D159A54479D}" srcOrd="5" destOrd="0" parTransId="{69FEE9B5-EC09-4904-A13C-082AA4B48FB3}" sibTransId="{7C1804F1-04E3-41F4-8793-9CC6B6BE6B2A}"/>
    <dgm:cxn modelId="{210AEB9C-4FC3-45A1-96E0-BF93343B95A6}" type="presParOf" srcId="{4537CB33-F80F-41C5-8412-EB5B3AD305F3}" destId="{0D43C2DD-02E1-409D-926C-F81036EF7214}" srcOrd="0" destOrd="0" presId="urn:microsoft.com/office/officeart/2018/2/layout/IconVerticalSolidList"/>
    <dgm:cxn modelId="{784A776E-F4D5-4100-89FE-99AFF93858C2}" type="presParOf" srcId="{0D43C2DD-02E1-409D-926C-F81036EF7214}" destId="{A8A15C33-3421-4D1C-BDF1-0E08D231A91C}" srcOrd="0" destOrd="0" presId="urn:microsoft.com/office/officeart/2018/2/layout/IconVerticalSolidList"/>
    <dgm:cxn modelId="{E3D9146C-024E-4229-B0C0-8C9E278FDEAF}" type="presParOf" srcId="{0D43C2DD-02E1-409D-926C-F81036EF7214}" destId="{7764D563-4098-468B-A377-844013CBFCE4}" srcOrd="1" destOrd="0" presId="urn:microsoft.com/office/officeart/2018/2/layout/IconVerticalSolidList"/>
    <dgm:cxn modelId="{5213498A-2C3F-43D5-8900-803C503095F8}" type="presParOf" srcId="{0D43C2DD-02E1-409D-926C-F81036EF7214}" destId="{4E3D21BE-A745-4D92-9A45-A9B5599AA7E7}" srcOrd="2" destOrd="0" presId="urn:microsoft.com/office/officeart/2018/2/layout/IconVerticalSolidList"/>
    <dgm:cxn modelId="{83AEBD05-D595-48F6-A604-BA418FD74991}" type="presParOf" srcId="{0D43C2DD-02E1-409D-926C-F81036EF7214}" destId="{4D3769BA-86DB-4BD1-BD60-727707352A4E}" srcOrd="3" destOrd="0" presId="urn:microsoft.com/office/officeart/2018/2/layout/IconVerticalSolidList"/>
    <dgm:cxn modelId="{52A99660-0F2B-4389-BF24-907DE6C19E65}" type="presParOf" srcId="{4537CB33-F80F-41C5-8412-EB5B3AD305F3}" destId="{04D53C77-7479-41FD-8BB4-5740001F52FA}" srcOrd="1" destOrd="0" presId="urn:microsoft.com/office/officeart/2018/2/layout/IconVerticalSolidList"/>
    <dgm:cxn modelId="{CA711740-4FE3-4999-A225-F34CA70F3795}" type="presParOf" srcId="{4537CB33-F80F-41C5-8412-EB5B3AD305F3}" destId="{64F9745E-D45C-4EB3-A22D-412484F89748}" srcOrd="2" destOrd="0" presId="urn:microsoft.com/office/officeart/2018/2/layout/IconVerticalSolidList"/>
    <dgm:cxn modelId="{5E26C347-B74C-4357-83CB-1BEEA9F7B681}" type="presParOf" srcId="{64F9745E-D45C-4EB3-A22D-412484F89748}" destId="{9CF578A5-F2DD-4B53-885B-39BB0C18925C}" srcOrd="0" destOrd="0" presId="urn:microsoft.com/office/officeart/2018/2/layout/IconVerticalSolidList"/>
    <dgm:cxn modelId="{FCFE8613-42E6-42CA-9C77-8ED2FF969C23}" type="presParOf" srcId="{64F9745E-D45C-4EB3-A22D-412484F89748}" destId="{97E61358-7340-4552-BEA9-B6A09DBC8BF8}" srcOrd="1" destOrd="0" presId="urn:microsoft.com/office/officeart/2018/2/layout/IconVerticalSolidList"/>
    <dgm:cxn modelId="{516DA33C-6B57-42F1-B1B6-7A2C7FF14782}" type="presParOf" srcId="{64F9745E-D45C-4EB3-A22D-412484F89748}" destId="{D90E2E59-F787-4568-BA27-CE71183F1758}" srcOrd="2" destOrd="0" presId="urn:microsoft.com/office/officeart/2018/2/layout/IconVerticalSolidList"/>
    <dgm:cxn modelId="{C0386D22-4103-4C28-AEB7-A366798FD52F}" type="presParOf" srcId="{64F9745E-D45C-4EB3-A22D-412484F89748}" destId="{AADC4E9D-551A-401E-B92A-902A3E1DD513}" srcOrd="3" destOrd="0" presId="urn:microsoft.com/office/officeart/2018/2/layout/IconVerticalSolidList"/>
    <dgm:cxn modelId="{B48DE3A0-6E49-4575-9BAF-97E304CDFBFF}" type="presParOf" srcId="{4537CB33-F80F-41C5-8412-EB5B3AD305F3}" destId="{8CE88040-B789-41D0-AC6A-47A8C42C14E3}" srcOrd="3" destOrd="0" presId="urn:microsoft.com/office/officeart/2018/2/layout/IconVerticalSolidList"/>
    <dgm:cxn modelId="{5547024A-E20E-43F1-9BAF-87B6EF8500D4}" type="presParOf" srcId="{4537CB33-F80F-41C5-8412-EB5B3AD305F3}" destId="{0AB6FA31-E53D-4EE1-8875-5B6A1625CC9F}" srcOrd="4" destOrd="0" presId="urn:microsoft.com/office/officeart/2018/2/layout/IconVerticalSolidList"/>
    <dgm:cxn modelId="{6A795ABF-F899-4E23-B2DC-92A96D24AB7B}" type="presParOf" srcId="{0AB6FA31-E53D-4EE1-8875-5B6A1625CC9F}" destId="{1A3A202C-F4E4-4D50-9B01-0920C7CE1AF0}" srcOrd="0" destOrd="0" presId="urn:microsoft.com/office/officeart/2018/2/layout/IconVerticalSolidList"/>
    <dgm:cxn modelId="{C2B7CA8C-C68A-411D-BDCD-D406DA4C19F0}" type="presParOf" srcId="{0AB6FA31-E53D-4EE1-8875-5B6A1625CC9F}" destId="{E1CC1DAD-01DA-4C9F-85D7-095B5BE6A12C}" srcOrd="1" destOrd="0" presId="urn:microsoft.com/office/officeart/2018/2/layout/IconVerticalSolidList"/>
    <dgm:cxn modelId="{6EE35D4C-332C-43FD-87AC-67AE82BE0F28}" type="presParOf" srcId="{0AB6FA31-E53D-4EE1-8875-5B6A1625CC9F}" destId="{EC42AA71-7921-44B9-AE09-69A3798D1526}" srcOrd="2" destOrd="0" presId="urn:microsoft.com/office/officeart/2018/2/layout/IconVerticalSolidList"/>
    <dgm:cxn modelId="{D3416FB3-618E-4687-BA50-AEE84F659BA2}" type="presParOf" srcId="{0AB6FA31-E53D-4EE1-8875-5B6A1625CC9F}" destId="{4FD5633E-3F2C-4B05-A9F1-5F22367C17EB}" srcOrd="3" destOrd="0" presId="urn:microsoft.com/office/officeart/2018/2/layout/IconVerticalSolidList"/>
    <dgm:cxn modelId="{EB864F69-514E-4527-842C-B63EDF4FC390}" type="presParOf" srcId="{4537CB33-F80F-41C5-8412-EB5B3AD305F3}" destId="{0BB6DA91-781A-43EF-B72F-8573322A2A6E}" srcOrd="5" destOrd="0" presId="urn:microsoft.com/office/officeart/2018/2/layout/IconVerticalSolidList"/>
    <dgm:cxn modelId="{FCCF37D7-5281-45DC-B62A-8C5BFCDC1A04}" type="presParOf" srcId="{4537CB33-F80F-41C5-8412-EB5B3AD305F3}" destId="{0BCC98C7-ED59-41B2-960A-4C9E595943AF}" srcOrd="6" destOrd="0" presId="urn:microsoft.com/office/officeart/2018/2/layout/IconVerticalSolidList"/>
    <dgm:cxn modelId="{E8633789-2E5E-4D97-B554-464F14E22F9D}" type="presParOf" srcId="{0BCC98C7-ED59-41B2-960A-4C9E595943AF}" destId="{6826A537-43EE-4A57-B326-19D30C328352}" srcOrd="0" destOrd="0" presId="urn:microsoft.com/office/officeart/2018/2/layout/IconVerticalSolidList"/>
    <dgm:cxn modelId="{C90B8574-21FC-46A0-8DF1-46EA25C69763}" type="presParOf" srcId="{0BCC98C7-ED59-41B2-960A-4C9E595943AF}" destId="{897D72DE-C79D-4529-A1DC-D0B257F676EF}" srcOrd="1" destOrd="0" presId="urn:microsoft.com/office/officeart/2018/2/layout/IconVerticalSolidList"/>
    <dgm:cxn modelId="{1A2E3EC3-6BFC-4695-AACE-B23A8297BCDC}" type="presParOf" srcId="{0BCC98C7-ED59-41B2-960A-4C9E595943AF}" destId="{726EE6CF-925D-4D34-A766-6A96DB150B98}" srcOrd="2" destOrd="0" presId="urn:microsoft.com/office/officeart/2018/2/layout/IconVerticalSolidList"/>
    <dgm:cxn modelId="{E99FB770-F9A0-4420-B51E-954C073E3750}" type="presParOf" srcId="{0BCC98C7-ED59-41B2-960A-4C9E595943AF}" destId="{C89DECDF-5C07-47EB-A93E-9BCD52B3DAD9}" srcOrd="3" destOrd="0" presId="urn:microsoft.com/office/officeart/2018/2/layout/IconVerticalSolidList"/>
    <dgm:cxn modelId="{B7042890-B807-45DE-897C-EC70CBD8816B}" type="presParOf" srcId="{4537CB33-F80F-41C5-8412-EB5B3AD305F3}" destId="{FEFA4C05-2677-4AA4-8F32-002AA05916B8}" srcOrd="7" destOrd="0" presId="urn:microsoft.com/office/officeart/2018/2/layout/IconVerticalSolidList"/>
    <dgm:cxn modelId="{80AFC1C3-8802-4033-9E70-3CB23E2D2A80}" type="presParOf" srcId="{4537CB33-F80F-41C5-8412-EB5B3AD305F3}" destId="{102744E2-2F15-4693-92F6-AB8ED28432F0}" srcOrd="8" destOrd="0" presId="urn:microsoft.com/office/officeart/2018/2/layout/IconVerticalSolidList"/>
    <dgm:cxn modelId="{C79FD6E3-02DB-4847-B670-21E5B9058191}" type="presParOf" srcId="{102744E2-2F15-4693-92F6-AB8ED28432F0}" destId="{8FA0C44C-0BED-4647-8DA9-2866F138B05C}" srcOrd="0" destOrd="0" presId="urn:microsoft.com/office/officeart/2018/2/layout/IconVerticalSolidList"/>
    <dgm:cxn modelId="{99764C08-A2E2-492D-A7DB-E1DE2DF0AA4D}" type="presParOf" srcId="{102744E2-2F15-4693-92F6-AB8ED28432F0}" destId="{CD740675-2568-4088-BCEE-5495C4522B37}" srcOrd="1" destOrd="0" presId="urn:microsoft.com/office/officeart/2018/2/layout/IconVerticalSolidList"/>
    <dgm:cxn modelId="{41B59457-0F65-4927-9DA4-DC05C3C4B7BE}" type="presParOf" srcId="{102744E2-2F15-4693-92F6-AB8ED28432F0}" destId="{9A5F4A90-85AA-43A3-A880-C93E62ABC00B}" srcOrd="2" destOrd="0" presId="urn:microsoft.com/office/officeart/2018/2/layout/IconVerticalSolidList"/>
    <dgm:cxn modelId="{4479E6B6-19E9-4012-84CE-B88C23EE37D3}" type="presParOf" srcId="{102744E2-2F15-4693-92F6-AB8ED28432F0}" destId="{DC867E35-32D7-4F2D-A24D-AB4C6F7308FC}" srcOrd="3" destOrd="0" presId="urn:microsoft.com/office/officeart/2018/2/layout/IconVerticalSolidList"/>
    <dgm:cxn modelId="{06D63B2E-7CC6-469E-ACF0-785946D91528}" type="presParOf" srcId="{4537CB33-F80F-41C5-8412-EB5B3AD305F3}" destId="{C409D2FD-5404-4E50-BEC8-4F8B441251AA}" srcOrd="9" destOrd="0" presId="urn:microsoft.com/office/officeart/2018/2/layout/IconVerticalSolidList"/>
    <dgm:cxn modelId="{0826D8F7-B68E-4074-97D6-BAAFF7CE422C}" type="presParOf" srcId="{4537CB33-F80F-41C5-8412-EB5B3AD305F3}" destId="{6CC4A05A-AAFB-4767-A441-51982FA95212}" srcOrd="10" destOrd="0" presId="urn:microsoft.com/office/officeart/2018/2/layout/IconVerticalSolidList"/>
    <dgm:cxn modelId="{E8AA8564-D575-4E78-B3C3-53A54E8411C7}" type="presParOf" srcId="{6CC4A05A-AAFB-4767-A441-51982FA95212}" destId="{B41BBF22-5D62-4337-95A9-6FD356932F3E}" srcOrd="0" destOrd="0" presId="urn:microsoft.com/office/officeart/2018/2/layout/IconVerticalSolidList"/>
    <dgm:cxn modelId="{D68A8230-0129-400A-BCA4-A4C724720D1F}" type="presParOf" srcId="{6CC4A05A-AAFB-4767-A441-51982FA95212}" destId="{96835876-77CA-4197-9065-1BFDF2909E02}" srcOrd="1" destOrd="0" presId="urn:microsoft.com/office/officeart/2018/2/layout/IconVerticalSolidList"/>
    <dgm:cxn modelId="{BE062142-8872-4DE2-8762-B466C94F73C2}" type="presParOf" srcId="{6CC4A05A-AAFB-4767-A441-51982FA95212}" destId="{4F671EA4-B720-4F03-BA1D-7CEC37390919}" srcOrd="2" destOrd="0" presId="urn:microsoft.com/office/officeart/2018/2/layout/IconVerticalSolidList"/>
    <dgm:cxn modelId="{B7DC8BD5-E5A6-4DC2-9470-6490D48B534C}" type="presParOf" srcId="{6CC4A05A-AAFB-4767-A441-51982FA95212}" destId="{BAF974E9-6CEE-401E-938A-DFB435DF35D7}" srcOrd="3" destOrd="0" presId="urn:microsoft.com/office/officeart/2018/2/layout/IconVerticalSolidList"/>
    <dgm:cxn modelId="{BF611832-AFD9-45E7-B983-DA6CD12D762E}" type="presParOf" srcId="{4537CB33-F80F-41C5-8412-EB5B3AD305F3}" destId="{12EC7BB3-4DEF-4CA4-8E5B-83E2B659D0E0}" srcOrd="11" destOrd="0" presId="urn:microsoft.com/office/officeart/2018/2/layout/IconVerticalSolidList"/>
    <dgm:cxn modelId="{726E6AA7-D7D5-48D9-A6FD-151A8F2EA34F}" type="presParOf" srcId="{4537CB33-F80F-41C5-8412-EB5B3AD305F3}" destId="{7C6C18AF-08B0-4212-8075-E7C9FDA16E8F}" srcOrd="12" destOrd="0" presId="urn:microsoft.com/office/officeart/2018/2/layout/IconVerticalSolidList"/>
    <dgm:cxn modelId="{4011AEED-9469-4143-A53F-65BD4389AEE6}" type="presParOf" srcId="{7C6C18AF-08B0-4212-8075-E7C9FDA16E8F}" destId="{A4B0BC62-6EF8-4810-B0BC-8EA20AC06334}" srcOrd="0" destOrd="0" presId="urn:microsoft.com/office/officeart/2018/2/layout/IconVerticalSolidList"/>
    <dgm:cxn modelId="{9C53E683-835B-48F1-9AAA-11F81FA880E0}" type="presParOf" srcId="{7C6C18AF-08B0-4212-8075-E7C9FDA16E8F}" destId="{1EA8AA56-FCE4-4EA1-9B39-AC918DA9EA19}" srcOrd="1" destOrd="0" presId="urn:microsoft.com/office/officeart/2018/2/layout/IconVerticalSolidList"/>
    <dgm:cxn modelId="{E97B2A47-C83F-4046-A4CC-4687EB235D38}" type="presParOf" srcId="{7C6C18AF-08B0-4212-8075-E7C9FDA16E8F}" destId="{C3EA75DE-4E65-465D-8BA2-5C74C40A6FA0}" srcOrd="2" destOrd="0" presId="urn:microsoft.com/office/officeart/2018/2/layout/IconVerticalSolidList"/>
    <dgm:cxn modelId="{78686EE3-61DD-4297-AD37-83C9477A9A02}" type="presParOf" srcId="{7C6C18AF-08B0-4212-8075-E7C9FDA16E8F}" destId="{80998756-C633-4AC8-8B29-52E3376CE126}" srcOrd="3" destOrd="0" presId="urn:microsoft.com/office/officeart/2018/2/layout/IconVerticalSolidList"/>
    <dgm:cxn modelId="{70ACF1FA-0522-4ABD-9E3D-BA10504E3172}" type="presParOf" srcId="{4537CB33-F80F-41C5-8412-EB5B3AD305F3}" destId="{959AD625-B1A8-4362-BED0-EAD24D359FC4}" srcOrd="13" destOrd="0" presId="urn:microsoft.com/office/officeart/2018/2/layout/IconVerticalSolidList"/>
    <dgm:cxn modelId="{723BDCD1-8F06-4FF0-A8B7-BC17A291B20A}" type="presParOf" srcId="{4537CB33-F80F-41C5-8412-EB5B3AD305F3}" destId="{150F9086-DCFA-4F9B-B99E-82ACCED182CB}" srcOrd="14" destOrd="0" presId="urn:microsoft.com/office/officeart/2018/2/layout/IconVerticalSolidList"/>
    <dgm:cxn modelId="{F318DCFA-1AB0-47E7-9F84-3A7ABEE0F11A}" type="presParOf" srcId="{150F9086-DCFA-4F9B-B99E-82ACCED182CB}" destId="{79AFD828-8B85-4C28-BE07-7982AF801690}" srcOrd="0" destOrd="0" presId="urn:microsoft.com/office/officeart/2018/2/layout/IconVerticalSolidList"/>
    <dgm:cxn modelId="{285B2CAD-743E-4187-A420-A6F3F86022DF}" type="presParOf" srcId="{150F9086-DCFA-4F9B-B99E-82ACCED182CB}" destId="{65CA81C2-DB44-43BD-9B62-1BCAF84776B0}" srcOrd="1" destOrd="0" presId="urn:microsoft.com/office/officeart/2018/2/layout/IconVerticalSolidList"/>
    <dgm:cxn modelId="{53A362AD-011A-4B13-94F5-3159DE7822DA}" type="presParOf" srcId="{150F9086-DCFA-4F9B-B99E-82ACCED182CB}" destId="{F53EECE2-8DD0-4183-A327-00ED3422B603}" srcOrd="2" destOrd="0" presId="urn:microsoft.com/office/officeart/2018/2/layout/IconVerticalSolidList"/>
    <dgm:cxn modelId="{63327C0B-6EAC-4DF5-B44B-3B0F9CEFC81C}" type="presParOf" srcId="{150F9086-DCFA-4F9B-B99E-82ACCED182CB}" destId="{CFC7D2C6-D327-4B0D-9AFB-814FF7523CA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A5C5E8-2AEC-4E9C-9B04-C6689624BF1E}" type="doc">
      <dgm:prSet loTypeId="urn:microsoft.com/office/officeart/2016/7/layout/LinearArrowProcessNumbered" loCatId="process" qsTypeId="urn:microsoft.com/office/officeart/2005/8/quickstyle/simple2" qsCatId="simple" csTypeId="urn:microsoft.com/office/officeart/2005/8/colors/accent1_2" csCatId="accent1"/>
      <dgm:spPr/>
      <dgm:t>
        <a:bodyPr/>
        <a:lstStyle/>
        <a:p>
          <a:endParaRPr lang="en-US"/>
        </a:p>
      </dgm:t>
    </dgm:pt>
    <dgm:pt modelId="{13204C6C-C378-4001-ACE1-34B6299DA29F}">
      <dgm:prSet/>
      <dgm:spPr/>
      <dgm:t>
        <a:bodyPr/>
        <a:lstStyle/>
        <a:p>
          <a:r>
            <a:rPr lang="en-US"/>
            <a:t>1. Planning: Gather requirements, design UI/UX.</a:t>
          </a:r>
        </a:p>
      </dgm:t>
    </dgm:pt>
    <dgm:pt modelId="{85035121-FFA5-42C2-AB1F-6C9A285FB190}" type="parTrans" cxnId="{F345DBE9-7341-475A-BCAF-5A976BE48CE5}">
      <dgm:prSet/>
      <dgm:spPr/>
      <dgm:t>
        <a:bodyPr/>
        <a:lstStyle/>
        <a:p>
          <a:endParaRPr lang="en-US"/>
        </a:p>
      </dgm:t>
    </dgm:pt>
    <dgm:pt modelId="{A85DDB6C-DEB0-4DAA-ADE2-B43B1265F2CA}" type="sibTrans" cxnId="{F345DBE9-7341-475A-BCAF-5A976BE48CE5}">
      <dgm:prSet phldrT="1" phldr="0"/>
      <dgm:spPr/>
      <dgm:t>
        <a:bodyPr/>
        <a:lstStyle/>
        <a:p>
          <a:r>
            <a:rPr lang="en-US"/>
            <a:t>1</a:t>
          </a:r>
        </a:p>
      </dgm:t>
    </dgm:pt>
    <dgm:pt modelId="{EA6438CE-BA6F-4719-B145-0BF345A73D79}">
      <dgm:prSet/>
      <dgm:spPr/>
      <dgm:t>
        <a:bodyPr/>
        <a:lstStyle/>
        <a:p>
          <a:r>
            <a:rPr lang="en-US"/>
            <a:t>2. Development: Build core modules.</a:t>
          </a:r>
        </a:p>
      </dgm:t>
    </dgm:pt>
    <dgm:pt modelId="{38F30998-191B-48FF-9BFF-4D5A18162889}" type="parTrans" cxnId="{53FC2AFC-E850-414D-8E24-EF879C3AB6FD}">
      <dgm:prSet/>
      <dgm:spPr/>
      <dgm:t>
        <a:bodyPr/>
        <a:lstStyle/>
        <a:p>
          <a:endParaRPr lang="en-US"/>
        </a:p>
      </dgm:t>
    </dgm:pt>
    <dgm:pt modelId="{A27B5254-423E-491C-B1CB-4961AF5B30ED}" type="sibTrans" cxnId="{53FC2AFC-E850-414D-8E24-EF879C3AB6FD}">
      <dgm:prSet phldrT="2" phldr="0"/>
      <dgm:spPr/>
      <dgm:t>
        <a:bodyPr/>
        <a:lstStyle/>
        <a:p>
          <a:r>
            <a:rPr lang="en-US"/>
            <a:t>2</a:t>
          </a:r>
        </a:p>
      </dgm:t>
    </dgm:pt>
    <dgm:pt modelId="{1542C486-2A1D-4E75-A189-BA93E6325AE6}">
      <dgm:prSet/>
      <dgm:spPr/>
      <dgm:t>
        <a:bodyPr/>
        <a:lstStyle/>
        <a:p>
          <a:r>
            <a:rPr lang="en-US"/>
            <a:t>3. Testing: User acceptance and feedback.</a:t>
          </a:r>
        </a:p>
      </dgm:t>
    </dgm:pt>
    <dgm:pt modelId="{558B88C3-80E6-4CBE-A21F-79318BAEF937}" type="parTrans" cxnId="{EB8C0A20-70CA-45DB-BE13-41AD70590255}">
      <dgm:prSet/>
      <dgm:spPr/>
      <dgm:t>
        <a:bodyPr/>
        <a:lstStyle/>
        <a:p>
          <a:endParaRPr lang="en-US"/>
        </a:p>
      </dgm:t>
    </dgm:pt>
    <dgm:pt modelId="{F96E7859-965B-47BF-936F-39E0E1811F87}" type="sibTrans" cxnId="{EB8C0A20-70CA-45DB-BE13-41AD70590255}">
      <dgm:prSet phldrT="3" phldr="0"/>
      <dgm:spPr/>
      <dgm:t>
        <a:bodyPr/>
        <a:lstStyle/>
        <a:p>
          <a:r>
            <a:rPr lang="en-US"/>
            <a:t>3</a:t>
          </a:r>
        </a:p>
      </dgm:t>
    </dgm:pt>
    <dgm:pt modelId="{804B8C3D-756B-4C28-AFFA-D9B8DA807F5B}">
      <dgm:prSet/>
      <dgm:spPr/>
      <dgm:t>
        <a:bodyPr/>
        <a:lstStyle/>
        <a:p>
          <a:r>
            <a:rPr lang="en-US"/>
            <a:t>4. Deployment: Go live and train users.</a:t>
          </a:r>
        </a:p>
      </dgm:t>
    </dgm:pt>
    <dgm:pt modelId="{A82ECB46-0287-43B3-B293-292F4DFDB3BF}" type="parTrans" cxnId="{58C6AB88-BF27-4FC8-87E1-BCFEB83305A7}">
      <dgm:prSet/>
      <dgm:spPr/>
      <dgm:t>
        <a:bodyPr/>
        <a:lstStyle/>
        <a:p>
          <a:endParaRPr lang="en-US"/>
        </a:p>
      </dgm:t>
    </dgm:pt>
    <dgm:pt modelId="{E3073FDA-2993-472A-B38F-0BD87A733E18}" type="sibTrans" cxnId="{58C6AB88-BF27-4FC8-87E1-BCFEB83305A7}">
      <dgm:prSet phldrT="4" phldr="0"/>
      <dgm:spPr/>
      <dgm:t>
        <a:bodyPr/>
        <a:lstStyle/>
        <a:p>
          <a:r>
            <a:rPr lang="en-US"/>
            <a:t>4</a:t>
          </a:r>
        </a:p>
      </dgm:t>
    </dgm:pt>
    <dgm:pt modelId="{E0099CFC-CA14-4F27-9A3E-0E150F16A4F5}">
      <dgm:prSet/>
      <dgm:spPr/>
      <dgm:t>
        <a:bodyPr/>
        <a:lstStyle/>
        <a:p>
          <a:r>
            <a:rPr lang="en-US"/>
            <a:t>5. Maintenance: Continuous updates and support.</a:t>
          </a:r>
        </a:p>
      </dgm:t>
    </dgm:pt>
    <dgm:pt modelId="{06377900-2F3B-4B28-AE0E-3CE34C8D6AC5}" type="parTrans" cxnId="{786B7600-EFDE-4E53-B457-F35DA52D6CF8}">
      <dgm:prSet/>
      <dgm:spPr/>
      <dgm:t>
        <a:bodyPr/>
        <a:lstStyle/>
        <a:p>
          <a:endParaRPr lang="en-US"/>
        </a:p>
      </dgm:t>
    </dgm:pt>
    <dgm:pt modelId="{49484BF8-C4F3-40A3-ACC0-15618CB59611}" type="sibTrans" cxnId="{786B7600-EFDE-4E53-B457-F35DA52D6CF8}">
      <dgm:prSet phldrT="5" phldr="0"/>
      <dgm:spPr/>
      <dgm:t>
        <a:bodyPr/>
        <a:lstStyle/>
        <a:p>
          <a:r>
            <a:rPr lang="en-US"/>
            <a:t>5</a:t>
          </a:r>
        </a:p>
      </dgm:t>
    </dgm:pt>
    <dgm:pt modelId="{216AEAFD-1519-40BE-A88E-2AFFBD2EFEF7}">
      <dgm:prSet/>
      <dgm:spPr/>
      <dgm:t>
        <a:bodyPr/>
        <a:lstStyle/>
        <a:p>
          <a:r>
            <a:rPr lang="en-US"/>
            <a:t>Timeline: 9 months (plus ongoing maintenance).</a:t>
          </a:r>
        </a:p>
      </dgm:t>
    </dgm:pt>
    <dgm:pt modelId="{51727B35-AC65-497F-A6FE-DFA6E0852F6B}" type="parTrans" cxnId="{85DAE0EA-43FD-4E5A-9251-10C67767BE7E}">
      <dgm:prSet/>
      <dgm:spPr/>
      <dgm:t>
        <a:bodyPr/>
        <a:lstStyle/>
        <a:p>
          <a:endParaRPr lang="en-US"/>
        </a:p>
      </dgm:t>
    </dgm:pt>
    <dgm:pt modelId="{E56805F0-0B68-470B-8B7A-EDDEE41DE147}" type="sibTrans" cxnId="{85DAE0EA-43FD-4E5A-9251-10C67767BE7E}">
      <dgm:prSet phldrT="6" phldr="0"/>
      <dgm:spPr/>
      <dgm:t>
        <a:bodyPr/>
        <a:lstStyle/>
        <a:p>
          <a:r>
            <a:rPr lang="en-US"/>
            <a:t>6</a:t>
          </a:r>
        </a:p>
      </dgm:t>
    </dgm:pt>
    <dgm:pt modelId="{6E828770-F385-4B00-BC4A-AFA57B997CBB}" type="pres">
      <dgm:prSet presAssocID="{A0A5C5E8-2AEC-4E9C-9B04-C6689624BF1E}" presName="linearFlow" presStyleCnt="0">
        <dgm:presLayoutVars>
          <dgm:dir/>
          <dgm:animLvl val="lvl"/>
          <dgm:resizeHandles val="exact"/>
        </dgm:presLayoutVars>
      </dgm:prSet>
      <dgm:spPr/>
    </dgm:pt>
    <dgm:pt modelId="{EE42A487-7E73-43DA-A7B4-1DA0B8B4DA5E}" type="pres">
      <dgm:prSet presAssocID="{13204C6C-C378-4001-ACE1-34B6299DA29F}" presName="compositeNode" presStyleCnt="0"/>
      <dgm:spPr/>
    </dgm:pt>
    <dgm:pt modelId="{50481A5F-BC38-4331-A648-537B011358F9}" type="pres">
      <dgm:prSet presAssocID="{13204C6C-C378-4001-ACE1-34B6299DA29F}" presName="parTx" presStyleLbl="node1" presStyleIdx="0" presStyleCnt="0">
        <dgm:presLayoutVars>
          <dgm:chMax val="0"/>
          <dgm:chPref val="0"/>
          <dgm:bulletEnabled val="1"/>
        </dgm:presLayoutVars>
      </dgm:prSet>
      <dgm:spPr/>
    </dgm:pt>
    <dgm:pt modelId="{E2F7FC9B-178D-4B95-8A44-E86F2D802875}" type="pres">
      <dgm:prSet presAssocID="{13204C6C-C378-4001-ACE1-34B6299DA29F}" presName="parSh" presStyleCnt="0"/>
      <dgm:spPr/>
    </dgm:pt>
    <dgm:pt modelId="{31A01F87-B453-415D-A8A0-CC41A4F87745}" type="pres">
      <dgm:prSet presAssocID="{13204C6C-C378-4001-ACE1-34B6299DA29F}" presName="lineNode" presStyleLbl="alignAccFollowNode1" presStyleIdx="0" presStyleCnt="18"/>
      <dgm:spPr/>
    </dgm:pt>
    <dgm:pt modelId="{4335DEC6-7041-4ACB-8722-0B9706089158}" type="pres">
      <dgm:prSet presAssocID="{13204C6C-C378-4001-ACE1-34B6299DA29F}" presName="lineArrowNode" presStyleLbl="alignAccFollowNode1" presStyleIdx="1" presStyleCnt="18"/>
      <dgm:spPr/>
    </dgm:pt>
    <dgm:pt modelId="{5C34DB99-F1FD-473A-B159-6A8502378958}" type="pres">
      <dgm:prSet presAssocID="{A85DDB6C-DEB0-4DAA-ADE2-B43B1265F2CA}" presName="sibTransNodeCircle" presStyleLbl="alignNode1" presStyleIdx="0" presStyleCnt="6">
        <dgm:presLayoutVars>
          <dgm:chMax val="0"/>
          <dgm:bulletEnabled/>
        </dgm:presLayoutVars>
      </dgm:prSet>
      <dgm:spPr/>
    </dgm:pt>
    <dgm:pt modelId="{8C0222A8-05FE-46F8-A1F3-69C12BFB5D68}" type="pres">
      <dgm:prSet presAssocID="{A85DDB6C-DEB0-4DAA-ADE2-B43B1265F2CA}" presName="spacerBetweenCircleAndCallout" presStyleCnt="0">
        <dgm:presLayoutVars/>
      </dgm:prSet>
      <dgm:spPr/>
    </dgm:pt>
    <dgm:pt modelId="{DDC21749-8F69-432B-8776-0DB8376F83C0}" type="pres">
      <dgm:prSet presAssocID="{13204C6C-C378-4001-ACE1-34B6299DA29F}" presName="nodeText" presStyleLbl="alignAccFollowNode1" presStyleIdx="2" presStyleCnt="18">
        <dgm:presLayoutVars>
          <dgm:bulletEnabled val="1"/>
        </dgm:presLayoutVars>
      </dgm:prSet>
      <dgm:spPr/>
    </dgm:pt>
    <dgm:pt modelId="{AFF01190-3C59-442E-A06F-EF6C6365A36F}" type="pres">
      <dgm:prSet presAssocID="{A85DDB6C-DEB0-4DAA-ADE2-B43B1265F2CA}" presName="sibTransComposite" presStyleCnt="0"/>
      <dgm:spPr/>
    </dgm:pt>
    <dgm:pt modelId="{B3F6A1A9-9D8B-4C23-BFF7-76DEA0BEFFBF}" type="pres">
      <dgm:prSet presAssocID="{EA6438CE-BA6F-4719-B145-0BF345A73D79}" presName="compositeNode" presStyleCnt="0"/>
      <dgm:spPr/>
    </dgm:pt>
    <dgm:pt modelId="{67D9083B-9193-4C15-8995-305FCE552C5E}" type="pres">
      <dgm:prSet presAssocID="{EA6438CE-BA6F-4719-B145-0BF345A73D79}" presName="parTx" presStyleLbl="node1" presStyleIdx="0" presStyleCnt="0">
        <dgm:presLayoutVars>
          <dgm:chMax val="0"/>
          <dgm:chPref val="0"/>
          <dgm:bulletEnabled val="1"/>
        </dgm:presLayoutVars>
      </dgm:prSet>
      <dgm:spPr/>
    </dgm:pt>
    <dgm:pt modelId="{AFFD228C-A217-49A1-AE69-316C43A8CD4B}" type="pres">
      <dgm:prSet presAssocID="{EA6438CE-BA6F-4719-B145-0BF345A73D79}" presName="parSh" presStyleCnt="0"/>
      <dgm:spPr/>
    </dgm:pt>
    <dgm:pt modelId="{D62EF599-3DED-4378-A2BD-0ADBD8851708}" type="pres">
      <dgm:prSet presAssocID="{EA6438CE-BA6F-4719-B145-0BF345A73D79}" presName="lineNode" presStyleLbl="alignAccFollowNode1" presStyleIdx="3" presStyleCnt="18"/>
      <dgm:spPr/>
    </dgm:pt>
    <dgm:pt modelId="{32B78E61-91D7-4236-B59F-B72073661B6C}" type="pres">
      <dgm:prSet presAssocID="{EA6438CE-BA6F-4719-B145-0BF345A73D79}" presName="lineArrowNode" presStyleLbl="alignAccFollowNode1" presStyleIdx="4" presStyleCnt="18"/>
      <dgm:spPr/>
    </dgm:pt>
    <dgm:pt modelId="{4E213FFB-DF7E-4023-9977-AC0E225F2787}" type="pres">
      <dgm:prSet presAssocID="{A27B5254-423E-491C-B1CB-4961AF5B30ED}" presName="sibTransNodeCircle" presStyleLbl="alignNode1" presStyleIdx="1" presStyleCnt="6">
        <dgm:presLayoutVars>
          <dgm:chMax val="0"/>
          <dgm:bulletEnabled/>
        </dgm:presLayoutVars>
      </dgm:prSet>
      <dgm:spPr/>
    </dgm:pt>
    <dgm:pt modelId="{AD385D04-BA91-4A0B-B65C-EE0A979E20FC}" type="pres">
      <dgm:prSet presAssocID="{A27B5254-423E-491C-B1CB-4961AF5B30ED}" presName="spacerBetweenCircleAndCallout" presStyleCnt="0">
        <dgm:presLayoutVars/>
      </dgm:prSet>
      <dgm:spPr/>
    </dgm:pt>
    <dgm:pt modelId="{B9133E85-08C3-405A-919D-6684A0316D7C}" type="pres">
      <dgm:prSet presAssocID="{EA6438CE-BA6F-4719-B145-0BF345A73D79}" presName="nodeText" presStyleLbl="alignAccFollowNode1" presStyleIdx="5" presStyleCnt="18">
        <dgm:presLayoutVars>
          <dgm:bulletEnabled val="1"/>
        </dgm:presLayoutVars>
      </dgm:prSet>
      <dgm:spPr/>
    </dgm:pt>
    <dgm:pt modelId="{E17D9723-B174-43CF-BF0C-6120202556F5}" type="pres">
      <dgm:prSet presAssocID="{A27B5254-423E-491C-B1CB-4961AF5B30ED}" presName="sibTransComposite" presStyleCnt="0"/>
      <dgm:spPr/>
    </dgm:pt>
    <dgm:pt modelId="{10194EE3-A273-48E8-8154-A735157ACC5C}" type="pres">
      <dgm:prSet presAssocID="{1542C486-2A1D-4E75-A189-BA93E6325AE6}" presName="compositeNode" presStyleCnt="0"/>
      <dgm:spPr/>
    </dgm:pt>
    <dgm:pt modelId="{638B247F-61E7-4017-B5D7-1987D4CD02CF}" type="pres">
      <dgm:prSet presAssocID="{1542C486-2A1D-4E75-A189-BA93E6325AE6}" presName="parTx" presStyleLbl="node1" presStyleIdx="0" presStyleCnt="0">
        <dgm:presLayoutVars>
          <dgm:chMax val="0"/>
          <dgm:chPref val="0"/>
          <dgm:bulletEnabled val="1"/>
        </dgm:presLayoutVars>
      </dgm:prSet>
      <dgm:spPr/>
    </dgm:pt>
    <dgm:pt modelId="{64335AA9-AD76-4939-A72D-533CFEA35F12}" type="pres">
      <dgm:prSet presAssocID="{1542C486-2A1D-4E75-A189-BA93E6325AE6}" presName="parSh" presStyleCnt="0"/>
      <dgm:spPr/>
    </dgm:pt>
    <dgm:pt modelId="{AC0222F6-DD63-4EBD-8B8D-ECF3F303FA3C}" type="pres">
      <dgm:prSet presAssocID="{1542C486-2A1D-4E75-A189-BA93E6325AE6}" presName="lineNode" presStyleLbl="alignAccFollowNode1" presStyleIdx="6" presStyleCnt="18"/>
      <dgm:spPr/>
    </dgm:pt>
    <dgm:pt modelId="{9A1B0E58-A31F-4ABD-911B-09B59B12678D}" type="pres">
      <dgm:prSet presAssocID="{1542C486-2A1D-4E75-A189-BA93E6325AE6}" presName="lineArrowNode" presStyleLbl="alignAccFollowNode1" presStyleIdx="7" presStyleCnt="18"/>
      <dgm:spPr/>
    </dgm:pt>
    <dgm:pt modelId="{592C028B-430B-4A0D-A908-71A604BAAD0E}" type="pres">
      <dgm:prSet presAssocID="{F96E7859-965B-47BF-936F-39E0E1811F87}" presName="sibTransNodeCircle" presStyleLbl="alignNode1" presStyleIdx="2" presStyleCnt="6">
        <dgm:presLayoutVars>
          <dgm:chMax val="0"/>
          <dgm:bulletEnabled/>
        </dgm:presLayoutVars>
      </dgm:prSet>
      <dgm:spPr/>
    </dgm:pt>
    <dgm:pt modelId="{71C1C9D5-CE19-4B63-BCDB-FD5500C5C05D}" type="pres">
      <dgm:prSet presAssocID="{F96E7859-965B-47BF-936F-39E0E1811F87}" presName="spacerBetweenCircleAndCallout" presStyleCnt="0">
        <dgm:presLayoutVars/>
      </dgm:prSet>
      <dgm:spPr/>
    </dgm:pt>
    <dgm:pt modelId="{3082F69F-D695-42A3-BA34-96EA1C792AC8}" type="pres">
      <dgm:prSet presAssocID="{1542C486-2A1D-4E75-A189-BA93E6325AE6}" presName="nodeText" presStyleLbl="alignAccFollowNode1" presStyleIdx="8" presStyleCnt="18">
        <dgm:presLayoutVars>
          <dgm:bulletEnabled val="1"/>
        </dgm:presLayoutVars>
      </dgm:prSet>
      <dgm:spPr/>
    </dgm:pt>
    <dgm:pt modelId="{8ABC042E-0937-42B5-9AB0-8B92E0473AEB}" type="pres">
      <dgm:prSet presAssocID="{F96E7859-965B-47BF-936F-39E0E1811F87}" presName="sibTransComposite" presStyleCnt="0"/>
      <dgm:spPr/>
    </dgm:pt>
    <dgm:pt modelId="{5DE5ED5D-B306-455A-9DB9-D33C450C52D9}" type="pres">
      <dgm:prSet presAssocID="{804B8C3D-756B-4C28-AFFA-D9B8DA807F5B}" presName="compositeNode" presStyleCnt="0"/>
      <dgm:spPr/>
    </dgm:pt>
    <dgm:pt modelId="{93B971DD-B7B6-4DA3-80CB-17092DB98CEB}" type="pres">
      <dgm:prSet presAssocID="{804B8C3D-756B-4C28-AFFA-D9B8DA807F5B}" presName="parTx" presStyleLbl="node1" presStyleIdx="0" presStyleCnt="0">
        <dgm:presLayoutVars>
          <dgm:chMax val="0"/>
          <dgm:chPref val="0"/>
          <dgm:bulletEnabled val="1"/>
        </dgm:presLayoutVars>
      </dgm:prSet>
      <dgm:spPr/>
    </dgm:pt>
    <dgm:pt modelId="{ACD44914-66E2-4D71-BF03-121B26BA798D}" type="pres">
      <dgm:prSet presAssocID="{804B8C3D-756B-4C28-AFFA-D9B8DA807F5B}" presName="parSh" presStyleCnt="0"/>
      <dgm:spPr/>
    </dgm:pt>
    <dgm:pt modelId="{4C0D49BD-EEB7-45B3-8E3C-49DF4996A7A0}" type="pres">
      <dgm:prSet presAssocID="{804B8C3D-756B-4C28-AFFA-D9B8DA807F5B}" presName="lineNode" presStyleLbl="alignAccFollowNode1" presStyleIdx="9" presStyleCnt="18"/>
      <dgm:spPr/>
    </dgm:pt>
    <dgm:pt modelId="{D29449C5-68C0-41DD-9D8B-364EAD8689C4}" type="pres">
      <dgm:prSet presAssocID="{804B8C3D-756B-4C28-AFFA-D9B8DA807F5B}" presName="lineArrowNode" presStyleLbl="alignAccFollowNode1" presStyleIdx="10" presStyleCnt="18"/>
      <dgm:spPr/>
    </dgm:pt>
    <dgm:pt modelId="{94EA7E74-ADDA-46E3-9527-E12BAFBA264C}" type="pres">
      <dgm:prSet presAssocID="{E3073FDA-2993-472A-B38F-0BD87A733E18}" presName="sibTransNodeCircle" presStyleLbl="alignNode1" presStyleIdx="3" presStyleCnt="6">
        <dgm:presLayoutVars>
          <dgm:chMax val="0"/>
          <dgm:bulletEnabled/>
        </dgm:presLayoutVars>
      </dgm:prSet>
      <dgm:spPr/>
    </dgm:pt>
    <dgm:pt modelId="{4D69D368-A986-423F-9180-C3ADB2F5CEC8}" type="pres">
      <dgm:prSet presAssocID="{E3073FDA-2993-472A-B38F-0BD87A733E18}" presName="spacerBetweenCircleAndCallout" presStyleCnt="0">
        <dgm:presLayoutVars/>
      </dgm:prSet>
      <dgm:spPr/>
    </dgm:pt>
    <dgm:pt modelId="{8E82C2B4-BA21-4891-A19B-9C5D54C9ADC6}" type="pres">
      <dgm:prSet presAssocID="{804B8C3D-756B-4C28-AFFA-D9B8DA807F5B}" presName="nodeText" presStyleLbl="alignAccFollowNode1" presStyleIdx="11" presStyleCnt="18">
        <dgm:presLayoutVars>
          <dgm:bulletEnabled val="1"/>
        </dgm:presLayoutVars>
      </dgm:prSet>
      <dgm:spPr/>
    </dgm:pt>
    <dgm:pt modelId="{D5DBFCE2-A009-4B82-B350-2FFB96C2CD16}" type="pres">
      <dgm:prSet presAssocID="{E3073FDA-2993-472A-B38F-0BD87A733E18}" presName="sibTransComposite" presStyleCnt="0"/>
      <dgm:spPr/>
    </dgm:pt>
    <dgm:pt modelId="{815F1F71-0448-4304-833B-1ACBFFB3CCC6}" type="pres">
      <dgm:prSet presAssocID="{E0099CFC-CA14-4F27-9A3E-0E150F16A4F5}" presName="compositeNode" presStyleCnt="0"/>
      <dgm:spPr/>
    </dgm:pt>
    <dgm:pt modelId="{4F82EE75-0016-4526-ADC9-4F309496FB46}" type="pres">
      <dgm:prSet presAssocID="{E0099CFC-CA14-4F27-9A3E-0E150F16A4F5}" presName="parTx" presStyleLbl="node1" presStyleIdx="0" presStyleCnt="0">
        <dgm:presLayoutVars>
          <dgm:chMax val="0"/>
          <dgm:chPref val="0"/>
          <dgm:bulletEnabled val="1"/>
        </dgm:presLayoutVars>
      </dgm:prSet>
      <dgm:spPr/>
    </dgm:pt>
    <dgm:pt modelId="{A4E7468D-2573-49D1-98F3-0026123B41F6}" type="pres">
      <dgm:prSet presAssocID="{E0099CFC-CA14-4F27-9A3E-0E150F16A4F5}" presName="parSh" presStyleCnt="0"/>
      <dgm:spPr/>
    </dgm:pt>
    <dgm:pt modelId="{DD9D4036-334C-46AD-ADCF-654BF6716B3A}" type="pres">
      <dgm:prSet presAssocID="{E0099CFC-CA14-4F27-9A3E-0E150F16A4F5}" presName="lineNode" presStyleLbl="alignAccFollowNode1" presStyleIdx="12" presStyleCnt="18"/>
      <dgm:spPr/>
    </dgm:pt>
    <dgm:pt modelId="{91A79394-CF13-4CB4-A109-B69CAC7253CB}" type="pres">
      <dgm:prSet presAssocID="{E0099CFC-CA14-4F27-9A3E-0E150F16A4F5}" presName="lineArrowNode" presStyleLbl="alignAccFollowNode1" presStyleIdx="13" presStyleCnt="18"/>
      <dgm:spPr/>
    </dgm:pt>
    <dgm:pt modelId="{3877C9E2-9338-49C1-AEC5-E137DD688729}" type="pres">
      <dgm:prSet presAssocID="{49484BF8-C4F3-40A3-ACC0-15618CB59611}" presName="sibTransNodeCircle" presStyleLbl="alignNode1" presStyleIdx="4" presStyleCnt="6">
        <dgm:presLayoutVars>
          <dgm:chMax val="0"/>
          <dgm:bulletEnabled/>
        </dgm:presLayoutVars>
      </dgm:prSet>
      <dgm:spPr/>
    </dgm:pt>
    <dgm:pt modelId="{6F067897-8739-42A7-86AF-FBC3659E58F3}" type="pres">
      <dgm:prSet presAssocID="{49484BF8-C4F3-40A3-ACC0-15618CB59611}" presName="spacerBetweenCircleAndCallout" presStyleCnt="0">
        <dgm:presLayoutVars/>
      </dgm:prSet>
      <dgm:spPr/>
    </dgm:pt>
    <dgm:pt modelId="{2CA5F945-2C18-4636-AC3F-C076A262DEBD}" type="pres">
      <dgm:prSet presAssocID="{E0099CFC-CA14-4F27-9A3E-0E150F16A4F5}" presName="nodeText" presStyleLbl="alignAccFollowNode1" presStyleIdx="14" presStyleCnt="18">
        <dgm:presLayoutVars>
          <dgm:bulletEnabled val="1"/>
        </dgm:presLayoutVars>
      </dgm:prSet>
      <dgm:spPr/>
    </dgm:pt>
    <dgm:pt modelId="{56634B42-F54E-48A5-9C67-E698B4DD347C}" type="pres">
      <dgm:prSet presAssocID="{49484BF8-C4F3-40A3-ACC0-15618CB59611}" presName="sibTransComposite" presStyleCnt="0"/>
      <dgm:spPr/>
    </dgm:pt>
    <dgm:pt modelId="{EE2D7CA5-90A3-495D-A055-7D913CBB009B}" type="pres">
      <dgm:prSet presAssocID="{216AEAFD-1519-40BE-A88E-2AFFBD2EFEF7}" presName="compositeNode" presStyleCnt="0"/>
      <dgm:spPr/>
    </dgm:pt>
    <dgm:pt modelId="{D04EEF1B-688E-4410-B38F-D1B506B4E90F}" type="pres">
      <dgm:prSet presAssocID="{216AEAFD-1519-40BE-A88E-2AFFBD2EFEF7}" presName="parTx" presStyleLbl="node1" presStyleIdx="0" presStyleCnt="0">
        <dgm:presLayoutVars>
          <dgm:chMax val="0"/>
          <dgm:chPref val="0"/>
          <dgm:bulletEnabled val="1"/>
        </dgm:presLayoutVars>
      </dgm:prSet>
      <dgm:spPr/>
    </dgm:pt>
    <dgm:pt modelId="{39F1235A-98A4-4A62-9680-F6419A7CE4C2}" type="pres">
      <dgm:prSet presAssocID="{216AEAFD-1519-40BE-A88E-2AFFBD2EFEF7}" presName="parSh" presStyleCnt="0"/>
      <dgm:spPr/>
    </dgm:pt>
    <dgm:pt modelId="{109E0BD8-E630-4BC3-AFF9-8FD1F5AB4361}" type="pres">
      <dgm:prSet presAssocID="{216AEAFD-1519-40BE-A88E-2AFFBD2EFEF7}" presName="lineNode" presStyleLbl="alignAccFollowNode1" presStyleIdx="15" presStyleCnt="18"/>
      <dgm:spPr/>
    </dgm:pt>
    <dgm:pt modelId="{5C8B8D9B-6BFE-4044-B7B6-19BE2D09CDED}" type="pres">
      <dgm:prSet presAssocID="{216AEAFD-1519-40BE-A88E-2AFFBD2EFEF7}" presName="lineArrowNode" presStyleLbl="alignAccFollowNode1" presStyleIdx="16" presStyleCnt="18"/>
      <dgm:spPr/>
    </dgm:pt>
    <dgm:pt modelId="{C6E8A28D-C191-4A27-A40D-4BB0FB348AA9}" type="pres">
      <dgm:prSet presAssocID="{E56805F0-0B68-470B-8B7A-EDDEE41DE147}" presName="sibTransNodeCircle" presStyleLbl="alignNode1" presStyleIdx="5" presStyleCnt="6">
        <dgm:presLayoutVars>
          <dgm:chMax val="0"/>
          <dgm:bulletEnabled/>
        </dgm:presLayoutVars>
      </dgm:prSet>
      <dgm:spPr/>
    </dgm:pt>
    <dgm:pt modelId="{49BFB89E-9001-4066-85D5-844DD4CB00EE}" type="pres">
      <dgm:prSet presAssocID="{E56805F0-0B68-470B-8B7A-EDDEE41DE147}" presName="spacerBetweenCircleAndCallout" presStyleCnt="0">
        <dgm:presLayoutVars/>
      </dgm:prSet>
      <dgm:spPr/>
    </dgm:pt>
    <dgm:pt modelId="{06A09160-4ADA-412A-8928-576F52308102}" type="pres">
      <dgm:prSet presAssocID="{216AEAFD-1519-40BE-A88E-2AFFBD2EFEF7}" presName="nodeText" presStyleLbl="alignAccFollowNode1" presStyleIdx="17" presStyleCnt="18">
        <dgm:presLayoutVars>
          <dgm:bulletEnabled val="1"/>
        </dgm:presLayoutVars>
      </dgm:prSet>
      <dgm:spPr/>
    </dgm:pt>
  </dgm:ptLst>
  <dgm:cxnLst>
    <dgm:cxn modelId="{4ECE2D00-5777-4AD7-879F-E35F6A641E38}" type="presOf" srcId="{1542C486-2A1D-4E75-A189-BA93E6325AE6}" destId="{3082F69F-D695-42A3-BA34-96EA1C792AC8}" srcOrd="0" destOrd="0" presId="urn:microsoft.com/office/officeart/2016/7/layout/LinearArrowProcessNumbered"/>
    <dgm:cxn modelId="{786B7600-EFDE-4E53-B457-F35DA52D6CF8}" srcId="{A0A5C5E8-2AEC-4E9C-9B04-C6689624BF1E}" destId="{E0099CFC-CA14-4F27-9A3E-0E150F16A4F5}" srcOrd="4" destOrd="0" parTransId="{06377900-2F3B-4B28-AE0E-3CE34C8D6AC5}" sibTransId="{49484BF8-C4F3-40A3-ACC0-15618CB59611}"/>
    <dgm:cxn modelId="{2A06EC0F-72A7-423F-BF1B-55B5AD74AE63}" type="presOf" srcId="{A0A5C5E8-2AEC-4E9C-9B04-C6689624BF1E}" destId="{6E828770-F385-4B00-BC4A-AFA57B997CBB}" srcOrd="0" destOrd="0" presId="urn:microsoft.com/office/officeart/2016/7/layout/LinearArrowProcessNumbered"/>
    <dgm:cxn modelId="{77CDFA0F-6321-4C34-A9FB-5897B4639282}" type="presOf" srcId="{F96E7859-965B-47BF-936F-39E0E1811F87}" destId="{592C028B-430B-4A0D-A908-71A604BAAD0E}" srcOrd="0" destOrd="0" presId="urn:microsoft.com/office/officeart/2016/7/layout/LinearArrowProcessNumbered"/>
    <dgm:cxn modelId="{EB8C0A20-70CA-45DB-BE13-41AD70590255}" srcId="{A0A5C5E8-2AEC-4E9C-9B04-C6689624BF1E}" destId="{1542C486-2A1D-4E75-A189-BA93E6325AE6}" srcOrd="2" destOrd="0" parTransId="{558B88C3-80E6-4CBE-A21F-79318BAEF937}" sibTransId="{F96E7859-965B-47BF-936F-39E0E1811F87}"/>
    <dgm:cxn modelId="{2FB5DB2A-6991-483B-A5BF-048730D4F0FC}" type="presOf" srcId="{49484BF8-C4F3-40A3-ACC0-15618CB59611}" destId="{3877C9E2-9338-49C1-AEC5-E137DD688729}" srcOrd="0" destOrd="0" presId="urn:microsoft.com/office/officeart/2016/7/layout/LinearArrowProcessNumbered"/>
    <dgm:cxn modelId="{BF3A3930-DCB1-478C-933B-E356CA9FCFDB}" type="presOf" srcId="{A85DDB6C-DEB0-4DAA-ADE2-B43B1265F2CA}" destId="{5C34DB99-F1FD-473A-B159-6A8502378958}" srcOrd="0" destOrd="0" presId="urn:microsoft.com/office/officeart/2016/7/layout/LinearArrowProcessNumbered"/>
    <dgm:cxn modelId="{245FF764-C508-4167-857B-A4D5EED34141}" type="presOf" srcId="{804B8C3D-756B-4C28-AFFA-D9B8DA807F5B}" destId="{8E82C2B4-BA21-4891-A19B-9C5D54C9ADC6}" srcOrd="0" destOrd="0" presId="urn:microsoft.com/office/officeart/2016/7/layout/LinearArrowProcessNumbered"/>
    <dgm:cxn modelId="{36AC874B-CFF2-47F7-8FCE-2D02D5493E68}" type="presOf" srcId="{EA6438CE-BA6F-4719-B145-0BF345A73D79}" destId="{B9133E85-08C3-405A-919D-6684A0316D7C}" srcOrd="0" destOrd="0" presId="urn:microsoft.com/office/officeart/2016/7/layout/LinearArrowProcessNumbered"/>
    <dgm:cxn modelId="{1BFCE64B-886B-43BC-A7B3-F3FAADDBF764}" type="presOf" srcId="{13204C6C-C378-4001-ACE1-34B6299DA29F}" destId="{DDC21749-8F69-432B-8776-0DB8376F83C0}" srcOrd="0" destOrd="0" presId="urn:microsoft.com/office/officeart/2016/7/layout/LinearArrowProcessNumbered"/>
    <dgm:cxn modelId="{547D7F53-877F-463B-85F3-EC8467EDD4B2}" type="presOf" srcId="{E56805F0-0B68-470B-8B7A-EDDEE41DE147}" destId="{C6E8A28D-C191-4A27-A40D-4BB0FB348AA9}" srcOrd="0" destOrd="0" presId="urn:microsoft.com/office/officeart/2016/7/layout/LinearArrowProcessNumbered"/>
    <dgm:cxn modelId="{58C6AB88-BF27-4FC8-87E1-BCFEB83305A7}" srcId="{A0A5C5E8-2AEC-4E9C-9B04-C6689624BF1E}" destId="{804B8C3D-756B-4C28-AFFA-D9B8DA807F5B}" srcOrd="3" destOrd="0" parTransId="{A82ECB46-0287-43B3-B293-292F4DFDB3BF}" sibTransId="{E3073FDA-2993-472A-B38F-0BD87A733E18}"/>
    <dgm:cxn modelId="{4117619A-C132-4AD1-96C2-E1800DCB833A}" type="presOf" srcId="{E3073FDA-2993-472A-B38F-0BD87A733E18}" destId="{94EA7E74-ADDA-46E3-9527-E12BAFBA264C}" srcOrd="0" destOrd="0" presId="urn:microsoft.com/office/officeart/2016/7/layout/LinearArrowProcessNumbered"/>
    <dgm:cxn modelId="{3CA5C3A8-0840-4193-B499-1578B334D627}" type="presOf" srcId="{E0099CFC-CA14-4F27-9A3E-0E150F16A4F5}" destId="{2CA5F945-2C18-4636-AC3F-C076A262DEBD}" srcOrd="0" destOrd="0" presId="urn:microsoft.com/office/officeart/2016/7/layout/LinearArrowProcessNumbered"/>
    <dgm:cxn modelId="{699B0CD2-9671-4BBA-8F09-99EC3916AD3C}" type="presOf" srcId="{A27B5254-423E-491C-B1CB-4961AF5B30ED}" destId="{4E213FFB-DF7E-4023-9977-AC0E225F2787}" srcOrd="0" destOrd="0" presId="urn:microsoft.com/office/officeart/2016/7/layout/LinearArrowProcessNumbered"/>
    <dgm:cxn modelId="{712F01E9-2A4A-4C84-A253-4E2962F409CD}" type="presOf" srcId="{216AEAFD-1519-40BE-A88E-2AFFBD2EFEF7}" destId="{06A09160-4ADA-412A-8928-576F52308102}" srcOrd="0" destOrd="0" presId="urn:microsoft.com/office/officeart/2016/7/layout/LinearArrowProcessNumbered"/>
    <dgm:cxn modelId="{F345DBE9-7341-475A-BCAF-5A976BE48CE5}" srcId="{A0A5C5E8-2AEC-4E9C-9B04-C6689624BF1E}" destId="{13204C6C-C378-4001-ACE1-34B6299DA29F}" srcOrd="0" destOrd="0" parTransId="{85035121-FFA5-42C2-AB1F-6C9A285FB190}" sibTransId="{A85DDB6C-DEB0-4DAA-ADE2-B43B1265F2CA}"/>
    <dgm:cxn modelId="{85DAE0EA-43FD-4E5A-9251-10C67767BE7E}" srcId="{A0A5C5E8-2AEC-4E9C-9B04-C6689624BF1E}" destId="{216AEAFD-1519-40BE-A88E-2AFFBD2EFEF7}" srcOrd="5" destOrd="0" parTransId="{51727B35-AC65-497F-A6FE-DFA6E0852F6B}" sibTransId="{E56805F0-0B68-470B-8B7A-EDDEE41DE147}"/>
    <dgm:cxn modelId="{53FC2AFC-E850-414D-8E24-EF879C3AB6FD}" srcId="{A0A5C5E8-2AEC-4E9C-9B04-C6689624BF1E}" destId="{EA6438CE-BA6F-4719-B145-0BF345A73D79}" srcOrd="1" destOrd="0" parTransId="{38F30998-191B-48FF-9BFF-4D5A18162889}" sibTransId="{A27B5254-423E-491C-B1CB-4961AF5B30ED}"/>
    <dgm:cxn modelId="{5E2B5790-2D39-453D-B180-DE178F9B202A}" type="presParOf" srcId="{6E828770-F385-4B00-BC4A-AFA57B997CBB}" destId="{EE42A487-7E73-43DA-A7B4-1DA0B8B4DA5E}" srcOrd="0" destOrd="0" presId="urn:microsoft.com/office/officeart/2016/7/layout/LinearArrowProcessNumbered"/>
    <dgm:cxn modelId="{CFAE670D-6174-4327-8898-B3B155F0ED02}" type="presParOf" srcId="{EE42A487-7E73-43DA-A7B4-1DA0B8B4DA5E}" destId="{50481A5F-BC38-4331-A648-537B011358F9}" srcOrd="0" destOrd="0" presId="urn:microsoft.com/office/officeart/2016/7/layout/LinearArrowProcessNumbered"/>
    <dgm:cxn modelId="{665A9ACE-162B-4202-9B08-099A464C88D5}" type="presParOf" srcId="{EE42A487-7E73-43DA-A7B4-1DA0B8B4DA5E}" destId="{E2F7FC9B-178D-4B95-8A44-E86F2D802875}" srcOrd="1" destOrd="0" presId="urn:microsoft.com/office/officeart/2016/7/layout/LinearArrowProcessNumbered"/>
    <dgm:cxn modelId="{B3F88F27-8A9C-4689-8835-317EFD2603BC}" type="presParOf" srcId="{E2F7FC9B-178D-4B95-8A44-E86F2D802875}" destId="{31A01F87-B453-415D-A8A0-CC41A4F87745}" srcOrd="0" destOrd="0" presId="urn:microsoft.com/office/officeart/2016/7/layout/LinearArrowProcessNumbered"/>
    <dgm:cxn modelId="{3D274025-7C37-49EB-BDEF-2631E423BC37}" type="presParOf" srcId="{E2F7FC9B-178D-4B95-8A44-E86F2D802875}" destId="{4335DEC6-7041-4ACB-8722-0B9706089158}" srcOrd="1" destOrd="0" presId="urn:microsoft.com/office/officeart/2016/7/layout/LinearArrowProcessNumbered"/>
    <dgm:cxn modelId="{27A65706-BB7B-44BE-B52B-C8F13A41DD29}" type="presParOf" srcId="{E2F7FC9B-178D-4B95-8A44-E86F2D802875}" destId="{5C34DB99-F1FD-473A-B159-6A8502378958}" srcOrd="2" destOrd="0" presId="urn:microsoft.com/office/officeart/2016/7/layout/LinearArrowProcessNumbered"/>
    <dgm:cxn modelId="{D2D51B29-1566-4E47-87BD-32AEF1685E3C}" type="presParOf" srcId="{E2F7FC9B-178D-4B95-8A44-E86F2D802875}" destId="{8C0222A8-05FE-46F8-A1F3-69C12BFB5D68}" srcOrd="3" destOrd="0" presId="urn:microsoft.com/office/officeart/2016/7/layout/LinearArrowProcessNumbered"/>
    <dgm:cxn modelId="{00FD2527-4307-42B9-90EF-FFDEACA4B927}" type="presParOf" srcId="{EE42A487-7E73-43DA-A7B4-1DA0B8B4DA5E}" destId="{DDC21749-8F69-432B-8776-0DB8376F83C0}" srcOrd="2" destOrd="0" presId="urn:microsoft.com/office/officeart/2016/7/layout/LinearArrowProcessNumbered"/>
    <dgm:cxn modelId="{273BBE82-93C8-4191-9E15-26617EBEAA4E}" type="presParOf" srcId="{6E828770-F385-4B00-BC4A-AFA57B997CBB}" destId="{AFF01190-3C59-442E-A06F-EF6C6365A36F}" srcOrd="1" destOrd="0" presId="urn:microsoft.com/office/officeart/2016/7/layout/LinearArrowProcessNumbered"/>
    <dgm:cxn modelId="{2188C6D8-0233-4A16-9A78-23824685A0E7}" type="presParOf" srcId="{6E828770-F385-4B00-BC4A-AFA57B997CBB}" destId="{B3F6A1A9-9D8B-4C23-BFF7-76DEA0BEFFBF}" srcOrd="2" destOrd="0" presId="urn:microsoft.com/office/officeart/2016/7/layout/LinearArrowProcessNumbered"/>
    <dgm:cxn modelId="{91AB743F-1CDF-417E-8919-4C5DA8D196A6}" type="presParOf" srcId="{B3F6A1A9-9D8B-4C23-BFF7-76DEA0BEFFBF}" destId="{67D9083B-9193-4C15-8995-305FCE552C5E}" srcOrd="0" destOrd="0" presId="urn:microsoft.com/office/officeart/2016/7/layout/LinearArrowProcessNumbered"/>
    <dgm:cxn modelId="{B8EA7554-0460-4978-ABDA-398F21B91CAD}" type="presParOf" srcId="{B3F6A1A9-9D8B-4C23-BFF7-76DEA0BEFFBF}" destId="{AFFD228C-A217-49A1-AE69-316C43A8CD4B}" srcOrd="1" destOrd="0" presId="urn:microsoft.com/office/officeart/2016/7/layout/LinearArrowProcessNumbered"/>
    <dgm:cxn modelId="{C556C8E2-B72F-4ECF-BCDF-21E8715A75B1}" type="presParOf" srcId="{AFFD228C-A217-49A1-AE69-316C43A8CD4B}" destId="{D62EF599-3DED-4378-A2BD-0ADBD8851708}" srcOrd="0" destOrd="0" presId="urn:microsoft.com/office/officeart/2016/7/layout/LinearArrowProcessNumbered"/>
    <dgm:cxn modelId="{122B6BEE-01D3-4204-9AC6-24F19049B542}" type="presParOf" srcId="{AFFD228C-A217-49A1-AE69-316C43A8CD4B}" destId="{32B78E61-91D7-4236-B59F-B72073661B6C}" srcOrd="1" destOrd="0" presId="urn:microsoft.com/office/officeart/2016/7/layout/LinearArrowProcessNumbered"/>
    <dgm:cxn modelId="{C23E671F-8D77-42CC-AD54-CFC00182B7DC}" type="presParOf" srcId="{AFFD228C-A217-49A1-AE69-316C43A8CD4B}" destId="{4E213FFB-DF7E-4023-9977-AC0E225F2787}" srcOrd="2" destOrd="0" presId="urn:microsoft.com/office/officeart/2016/7/layout/LinearArrowProcessNumbered"/>
    <dgm:cxn modelId="{FE90FBB2-AB53-4119-9833-AD2A0B5BE5B3}" type="presParOf" srcId="{AFFD228C-A217-49A1-AE69-316C43A8CD4B}" destId="{AD385D04-BA91-4A0B-B65C-EE0A979E20FC}" srcOrd="3" destOrd="0" presId="urn:microsoft.com/office/officeart/2016/7/layout/LinearArrowProcessNumbered"/>
    <dgm:cxn modelId="{F0D8DF74-EA4B-4CE5-9B28-B4595C028D86}" type="presParOf" srcId="{B3F6A1A9-9D8B-4C23-BFF7-76DEA0BEFFBF}" destId="{B9133E85-08C3-405A-919D-6684A0316D7C}" srcOrd="2" destOrd="0" presId="urn:microsoft.com/office/officeart/2016/7/layout/LinearArrowProcessNumbered"/>
    <dgm:cxn modelId="{750D92F7-7FBF-4E6C-89B0-3C30B9997715}" type="presParOf" srcId="{6E828770-F385-4B00-BC4A-AFA57B997CBB}" destId="{E17D9723-B174-43CF-BF0C-6120202556F5}" srcOrd="3" destOrd="0" presId="urn:microsoft.com/office/officeart/2016/7/layout/LinearArrowProcessNumbered"/>
    <dgm:cxn modelId="{A75F9F30-256A-4098-BFC9-A7406780F676}" type="presParOf" srcId="{6E828770-F385-4B00-BC4A-AFA57B997CBB}" destId="{10194EE3-A273-48E8-8154-A735157ACC5C}" srcOrd="4" destOrd="0" presId="urn:microsoft.com/office/officeart/2016/7/layout/LinearArrowProcessNumbered"/>
    <dgm:cxn modelId="{C39317AA-9348-4B48-BF84-3427D7E9C77D}" type="presParOf" srcId="{10194EE3-A273-48E8-8154-A735157ACC5C}" destId="{638B247F-61E7-4017-B5D7-1987D4CD02CF}" srcOrd="0" destOrd="0" presId="urn:microsoft.com/office/officeart/2016/7/layout/LinearArrowProcessNumbered"/>
    <dgm:cxn modelId="{CAC26676-9E8E-45F0-825E-263440B9CF0B}" type="presParOf" srcId="{10194EE3-A273-48E8-8154-A735157ACC5C}" destId="{64335AA9-AD76-4939-A72D-533CFEA35F12}" srcOrd="1" destOrd="0" presId="urn:microsoft.com/office/officeart/2016/7/layout/LinearArrowProcessNumbered"/>
    <dgm:cxn modelId="{8EE442A5-6541-4F76-82E9-F8A71F8FC775}" type="presParOf" srcId="{64335AA9-AD76-4939-A72D-533CFEA35F12}" destId="{AC0222F6-DD63-4EBD-8B8D-ECF3F303FA3C}" srcOrd="0" destOrd="0" presId="urn:microsoft.com/office/officeart/2016/7/layout/LinearArrowProcessNumbered"/>
    <dgm:cxn modelId="{9780A7E0-7416-4C7A-B9F1-9EBF6C77DFEB}" type="presParOf" srcId="{64335AA9-AD76-4939-A72D-533CFEA35F12}" destId="{9A1B0E58-A31F-4ABD-911B-09B59B12678D}" srcOrd="1" destOrd="0" presId="urn:microsoft.com/office/officeart/2016/7/layout/LinearArrowProcessNumbered"/>
    <dgm:cxn modelId="{36B83D26-5077-402E-B4BA-9D45C5FB6966}" type="presParOf" srcId="{64335AA9-AD76-4939-A72D-533CFEA35F12}" destId="{592C028B-430B-4A0D-A908-71A604BAAD0E}" srcOrd="2" destOrd="0" presId="urn:microsoft.com/office/officeart/2016/7/layout/LinearArrowProcessNumbered"/>
    <dgm:cxn modelId="{753EAD7F-1F04-40AF-BC34-CC62D57BD0FD}" type="presParOf" srcId="{64335AA9-AD76-4939-A72D-533CFEA35F12}" destId="{71C1C9D5-CE19-4B63-BCDB-FD5500C5C05D}" srcOrd="3" destOrd="0" presId="urn:microsoft.com/office/officeart/2016/7/layout/LinearArrowProcessNumbered"/>
    <dgm:cxn modelId="{0C005737-12E1-4785-A39D-3BE52ED7B76F}" type="presParOf" srcId="{10194EE3-A273-48E8-8154-A735157ACC5C}" destId="{3082F69F-D695-42A3-BA34-96EA1C792AC8}" srcOrd="2" destOrd="0" presId="urn:microsoft.com/office/officeart/2016/7/layout/LinearArrowProcessNumbered"/>
    <dgm:cxn modelId="{90B5EBC0-C58D-4E3E-B058-9C9247ACCE9A}" type="presParOf" srcId="{6E828770-F385-4B00-BC4A-AFA57B997CBB}" destId="{8ABC042E-0937-42B5-9AB0-8B92E0473AEB}" srcOrd="5" destOrd="0" presId="urn:microsoft.com/office/officeart/2016/7/layout/LinearArrowProcessNumbered"/>
    <dgm:cxn modelId="{00D38411-B3C2-4F64-BC4D-E8B44E56F35E}" type="presParOf" srcId="{6E828770-F385-4B00-BC4A-AFA57B997CBB}" destId="{5DE5ED5D-B306-455A-9DB9-D33C450C52D9}" srcOrd="6" destOrd="0" presId="urn:microsoft.com/office/officeart/2016/7/layout/LinearArrowProcessNumbered"/>
    <dgm:cxn modelId="{336BF09D-B85F-4992-B1B6-3FB7720CAB9E}" type="presParOf" srcId="{5DE5ED5D-B306-455A-9DB9-D33C450C52D9}" destId="{93B971DD-B7B6-4DA3-80CB-17092DB98CEB}" srcOrd="0" destOrd="0" presId="urn:microsoft.com/office/officeart/2016/7/layout/LinearArrowProcessNumbered"/>
    <dgm:cxn modelId="{B26E458D-5B53-4974-8574-FB273C3877F8}" type="presParOf" srcId="{5DE5ED5D-B306-455A-9DB9-D33C450C52D9}" destId="{ACD44914-66E2-4D71-BF03-121B26BA798D}" srcOrd="1" destOrd="0" presId="urn:microsoft.com/office/officeart/2016/7/layout/LinearArrowProcessNumbered"/>
    <dgm:cxn modelId="{649ABFC0-4A23-4A96-94A9-F42F199BF8B2}" type="presParOf" srcId="{ACD44914-66E2-4D71-BF03-121B26BA798D}" destId="{4C0D49BD-EEB7-45B3-8E3C-49DF4996A7A0}" srcOrd="0" destOrd="0" presId="urn:microsoft.com/office/officeart/2016/7/layout/LinearArrowProcessNumbered"/>
    <dgm:cxn modelId="{229BF1D9-290E-4762-BCEF-7FDFA07F4048}" type="presParOf" srcId="{ACD44914-66E2-4D71-BF03-121B26BA798D}" destId="{D29449C5-68C0-41DD-9D8B-364EAD8689C4}" srcOrd="1" destOrd="0" presId="urn:microsoft.com/office/officeart/2016/7/layout/LinearArrowProcessNumbered"/>
    <dgm:cxn modelId="{05B1AD4F-8E01-40CB-B96B-48DC7854D4C2}" type="presParOf" srcId="{ACD44914-66E2-4D71-BF03-121B26BA798D}" destId="{94EA7E74-ADDA-46E3-9527-E12BAFBA264C}" srcOrd="2" destOrd="0" presId="urn:microsoft.com/office/officeart/2016/7/layout/LinearArrowProcessNumbered"/>
    <dgm:cxn modelId="{AE48A1A2-E51B-46CE-BACD-E64593C1668D}" type="presParOf" srcId="{ACD44914-66E2-4D71-BF03-121B26BA798D}" destId="{4D69D368-A986-423F-9180-C3ADB2F5CEC8}" srcOrd="3" destOrd="0" presId="urn:microsoft.com/office/officeart/2016/7/layout/LinearArrowProcessNumbered"/>
    <dgm:cxn modelId="{857ACF6A-00F7-4E5C-ADC3-25F5B2DAB7A5}" type="presParOf" srcId="{5DE5ED5D-B306-455A-9DB9-D33C450C52D9}" destId="{8E82C2B4-BA21-4891-A19B-9C5D54C9ADC6}" srcOrd="2" destOrd="0" presId="urn:microsoft.com/office/officeart/2016/7/layout/LinearArrowProcessNumbered"/>
    <dgm:cxn modelId="{0F74B338-C431-42BB-9B09-BEA0715CF88A}" type="presParOf" srcId="{6E828770-F385-4B00-BC4A-AFA57B997CBB}" destId="{D5DBFCE2-A009-4B82-B350-2FFB96C2CD16}" srcOrd="7" destOrd="0" presId="urn:microsoft.com/office/officeart/2016/7/layout/LinearArrowProcessNumbered"/>
    <dgm:cxn modelId="{D2297CD8-95A5-4E4D-B062-B39B77B4DCC0}" type="presParOf" srcId="{6E828770-F385-4B00-BC4A-AFA57B997CBB}" destId="{815F1F71-0448-4304-833B-1ACBFFB3CCC6}" srcOrd="8" destOrd="0" presId="urn:microsoft.com/office/officeart/2016/7/layout/LinearArrowProcessNumbered"/>
    <dgm:cxn modelId="{A77F7F1E-EF8B-489C-9231-557905D7C0A8}" type="presParOf" srcId="{815F1F71-0448-4304-833B-1ACBFFB3CCC6}" destId="{4F82EE75-0016-4526-ADC9-4F309496FB46}" srcOrd="0" destOrd="0" presId="urn:microsoft.com/office/officeart/2016/7/layout/LinearArrowProcessNumbered"/>
    <dgm:cxn modelId="{15B79279-FFFD-490B-83AE-59A6A8A0E93E}" type="presParOf" srcId="{815F1F71-0448-4304-833B-1ACBFFB3CCC6}" destId="{A4E7468D-2573-49D1-98F3-0026123B41F6}" srcOrd="1" destOrd="0" presId="urn:microsoft.com/office/officeart/2016/7/layout/LinearArrowProcessNumbered"/>
    <dgm:cxn modelId="{C7CC29A6-5FD6-4701-B526-B99D543E3E24}" type="presParOf" srcId="{A4E7468D-2573-49D1-98F3-0026123B41F6}" destId="{DD9D4036-334C-46AD-ADCF-654BF6716B3A}" srcOrd="0" destOrd="0" presId="urn:microsoft.com/office/officeart/2016/7/layout/LinearArrowProcessNumbered"/>
    <dgm:cxn modelId="{C182F7C9-3591-498B-819E-58E2533B3F38}" type="presParOf" srcId="{A4E7468D-2573-49D1-98F3-0026123B41F6}" destId="{91A79394-CF13-4CB4-A109-B69CAC7253CB}" srcOrd="1" destOrd="0" presId="urn:microsoft.com/office/officeart/2016/7/layout/LinearArrowProcessNumbered"/>
    <dgm:cxn modelId="{00285F7C-B77F-4FFD-8D73-E64FD1D29364}" type="presParOf" srcId="{A4E7468D-2573-49D1-98F3-0026123B41F6}" destId="{3877C9E2-9338-49C1-AEC5-E137DD688729}" srcOrd="2" destOrd="0" presId="urn:microsoft.com/office/officeart/2016/7/layout/LinearArrowProcessNumbered"/>
    <dgm:cxn modelId="{33CAEB07-5686-4DE2-AC46-4D2FE15CDD94}" type="presParOf" srcId="{A4E7468D-2573-49D1-98F3-0026123B41F6}" destId="{6F067897-8739-42A7-86AF-FBC3659E58F3}" srcOrd="3" destOrd="0" presId="urn:microsoft.com/office/officeart/2016/7/layout/LinearArrowProcessNumbered"/>
    <dgm:cxn modelId="{98BC0E11-0202-4310-9DFC-544FB7BDB7E7}" type="presParOf" srcId="{815F1F71-0448-4304-833B-1ACBFFB3CCC6}" destId="{2CA5F945-2C18-4636-AC3F-C076A262DEBD}" srcOrd="2" destOrd="0" presId="urn:microsoft.com/office/officeart/2016/7/layout/LinearArrowProcessNumbered"/>
    <dgm:cxn modelId="{4F1F9E62-CB7B-4E1E-B9D0-B636BF80EDC6}" type="presParOf" srcId="{6E828770-F385-4B00-BC4A-AFA57B997CBB}" destId="{56634B42-F54E-48A5-9C67-E698B4DD347C}" srcOrd="9" destOrd="0" presId="urn:microsoft.com/office/officeart/2016/7/layout/LinearArrowProcessNumbered"/>
    <dgm:cxn modelId="{411546BF-86DA-4A47-A4B9-86CBD4F65508}" type="presParOf" srcId="{6E828770-F385-4B00-BC4A-AFA57B997CBB}" destId="{EE2D7CA5-90A3-495D-A055-7D913CBB009B}" srcOrd="10" destOrd="0" presId="urn:microsoft.com/office/officeart/2016/7/layout/LinearArrowProcessNumbered"/>
    <dgm:cxn modelId="{C8AC5FC8-AF60-4308-8A92-D69DD87CD984}" type="presParOf" srcId="{EE2D7CA5-90A3-495D-A055-7D913CBB009B}" destId="{D04EEF1B-688E-4410-B38F-D1B506B4E90F}" srcOrd="0" destOrd="0" presId="urn:microsoft.com/office/officeart/2016/7/layout/LinearArrowProcessNumbered"/>
    <dgm:cxn modelId="{BCB81A75-2A6C-41A7-9128-EAC3D167754F}" type="presParOf" srcId="{EE2D7CA5-90A3-495D-A055-7D913CBB009B}" destId="{39F1235A-98A4-4A62-9680-F6419A7CE4C2}" srcOrd="1" destOrd="0" presId="urn:microsoft.com/office/officeart/2016/7/layout/LinearArrowProcessNumbered"/>
    <dgm:cxn modelId="{D94BA45A-2BA3-4150-B7A6-B7B13182972C}" type="presParOf" srcId="{39F1235A-98A4-4A62-9680-F6419A7CE4C2}" destId="{109E0BD8-E630-4BC3-AFF9-8FD1F5AB4361}" srcOrd="0" destOrd="0" presId="urn:microsoft.com/office/officeart/2016/7/layout/LinearArrowProcessNumbered"/>
    <dgm:cxn modelId="{70CE8896-8C8E-4C13-9D48-6193BE8A1DBB}" type="presParOf" srcId="{39F1235A-98A4-4A62-9680-F6419A7CE4C2}" destId="{5C8B8D9B-6BFE-4044-B7B6-19BE2D09CDED}" srcOrd="1" destOrd="0" presId="urn:microsoft.com/office/officeart/2016/7/layout/LinearArrowProcessNumbered"/>
    <dgm:cxn modelId="{DAEF5D67-B293-4695-8946-95243CF822C4}" type="presParOf" srcId="{39F1235A-98A4-4A62-9680-F6419A7CE4C2}" destId="{C6E8A28D-C191-4A27-A40D-4BB0FB348AA9}" srcOrd="2" destOrd="0" presId="urn:microsoft.com/office/officeart/2016/7/layout/LinearArrowProcessNumbered"/>
    <dgm:cxn modelId="{B94FD9F6-5A0F-43BE-B4B0-8087577394C5}" type="presParOf" srcId="{39F1235A-98A4-4A62-9680-F6419A7CE4C2}" destId="{49BFB89E-9001-4066-85D5-844DD4CB00EE}" srcOrd="3" destOrd="0" presId="urn:microsoft.com/office/officeart/2016/7/layout/LinearArrowProcessNumbered"/>
    <dgm:cxn modelId="{8596CB86-1346-4DDC-A5F9-EC178E5A5960}" type="presParOf" srcId="{EE2D7CA5-90A3-495D-A055-7D913CBB009B}" destId="{06A09160-4ADA-412A-8928-576F52308102}"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5AC691-1EB3-4AE6-BC73-A8565626CE5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33FE7D9-2E0E-467E-B418-32E025532D88}">
      <dgm:prSet/>
      <dgm:spPr/>
      <dgm:t>
        <a:bodyPr/>
        <a:lstStyle/>
        <a:p>
          <a:pPr>
            <a:defRPr cap="all"/>
          </a:pPr>
          <a:r>
            <a:rPr lang="en-US"/>
            <a:t>Each team member’s role:</a:t>
          </a:r>
        </a:p>
      </dgm:t>
    </dgm:pt>
    <dgm:pt modelId="{C2200403-6AFB-49B1-B1AC-A55E1734FCA0}" type="parTrans" cxnId="{C1CAA3C2-CC3C-494F-A42D-2E91012A5BF5}">
      <dgm:prSet/>
      <dgm:spPr/>
      <dgm:t>
        <a:bodyPr/>
        <a:lstStyle/>
        <a:p>
          <a:endParaRPr lang="en-US"/>
        </a:p>
      </dgm:t>
    </dgm:pt>
    <dgm:pt modelId="{D4003A3E-ABC1-484A-BAD5-A233CB318141}" type="sibTrans" cxnId="{C1CAA3C2-CC3C-494F-A42D-2E91012A5BF5}">
      <dgm:prSet/>
      <dgm:spPr/>
      <dgm:t>
        <a:bodyPr/>
        <a:lstStyle/>
        <a:p>
          <a:endParaRPr lang="en-US"/>
        </a:p>
      </dgm:t>
    </dgm:pt>
    <dgm:pt modelId="{FC34993C-6CB7-47D2-852D-EE3B779264EE}">
      <dgm:prSet/>
      <dgm:spPr/>
      <dgm:t>
        <a:bodyPr/>
        <a:lstStyle/>
        <a:p>
          <a:pPr>
            <a:defRPr cap="all"/>
          </a:pPr>
          <a:r>
            <a:rPr lang="en-US"/>
            <a:t>- Member 1: Project coordination &amp; documentation.</a:t>
          </a:r>
        </a:p>
      </dgm:t>
    </dgm:pt>
    <dgm:pt modelId="{0CA200E0-9885-48F9-A77C-2374E7FA04E8}" type="parTrans" cxnId="{A7F3E8F6-7832-4222-A6AA-D72FA5ABDE53}">
      <dgm:prSet/>
      <dgm:spPr/>
      <dgm:t>
        <a:bodyPr/>
        <a:lstStyle/>
        <a:p>
          <a:endParaRPr lang="en-US"/>
        </a:p>
      </dgm:t>
    </dgm:pt>
    <dgm:pt modelId="{1EF83506-29C3-4D09-B7EE-1333D715FF54}" type="sibTrans" cxnId="{A7F3E8F6-7832-4222-A6AA-D72FA5ABDE53}">
      <dgm:prSet/>
      <dgm:spPr/>
      <dgm:t>
        <a:bodyPr/>
        <a:lstStyle/>
        <a:p>
          <a:endParaRPr lang="en-US"/>
        </a:p>
      </dgm:t>
    </dgm:pt>
    <dgm:pt modelId="{BC9A1062-9810-4557-994A-5EDE10F5FC79}">
      <dgm:prSet/>
      <dgm:spPr/>
      <dgm:t>
        <a:bodyPr/>
        <a:lstStyle/>
        <a:p>
          <a:pPr>
            <a:defRPr cap="all"/>
          </a:pPr>
          <a:r>
            <a:rPr lang="en-US"/>
            <a:t>- Member 2: Platform design and layout.</a:t>
          </a:r>
        </a:p>
      </dgm:t>
    </dgm:pt>
    <dgm:pt modelId="{3AE720BD-15DF-4E4B-A840-F0E8B03F4B4F}" type="parTrans" cxnId="{F1D5A10D-1378-4EB5-9D09-FAB7367184F1}">
      <dgm:prSet/>
      <dgm:spPr/>
      <dgm:t>
        <a:bodyPr/>
        <a:lstStyle/>
        <a:p>
          <a:endParaRPr lang="en-US"/>
        </a:p>
      </dgm:t>
    </dgm:pt>
    <dgm:pt modelId="{5DC7AA2B-CC10-409A-85C6-6FB52CBA784F}" type="sibTrans" cxnId="{F1D5A10D-1378-4EB5-9D09-FAB7367184F1}">
      <dgm:prSet/>
      <dgm:spPr/>
      <dgm:t>
        <a:bodyPr/>
        <a:lstStyle/>
        <a:p>
          <a:endParaRPr lang="en-US"/>
        </a:p>
      </dgm:t>
    </dgm:pt>
    <dgm:pt modelId="{DE287054-4006-438D-BEF4-FB9C5F30DA82}">
      <dgm:prSet/>
      <dgm:spPr/>
      <dgm:t>
        <a:bodyPr/>
        <a:lstStyle/>
        <a:p>
          <a:pPr>
            <a:defRPr cap="all"/>
          </a:pPr>
          <a:r>
            <a:rPr lang="en-US"/>
            <a:t>- Member 3: Backend development and database setup.</a:t>
          </a:r>
        </a:p>
      </dgm:t>
    </dgm:pt>
    <dgm:pt modelId="{F9352606-1DB8-454B-AC26-B6F2FB15A47D}" type="parTrans" cxnId="{F978A3DA-627C-49DB-A21D-03198B7A14B6}">
      <dgm:prSet/>
      <dgm:spPr/>
      <dgm:t>
        <a:bodyPr/>
        <a:lstStyle/>
        <a:p>
          <a:endParaRPr lang="en-US"/>
        </a:p>
      </dgm:t>
    </dgm:pt>
    <dgm:pt modelId="{78F94233-62BD-4F30-9D54-9115368A585F}" type="sibTrans" cxnId="{F978A3DA-627C-49DB-A21D-03198B7A14B6}">
      <dgm:prSet/>
      <dgm:spPr/>
      <dgm:t>
        <a:bodyPr/>
        <a:lstStyle/>
        <a:p>
          <a:endParaRPr lang="en-US"/>
        </a:p>
      </dgm:t>
    </dgm:pt>
    <dgm:pt modelId="{08C700B0-D9BA-4835-BB52-CB6B4B07D97A}">
      <dgm:prSet/>
      <dgm:spPr/>
      <dgm:t>
        <a:bodyPr/>
        <a:lstStyle/>
        <a:p>
          <a:pPr>
            <a:defRPr cap="all"/>
          </a:pPr>
          <a:r>
            <a:rPr lang="en-US"/>
            <a:t>- Member 4: Testing and user feedback collection.</a:t>
          </a:r>
        </a:p>
      </dgm:t>
    </dgm:pt>
    <dgm:pt modelId="{5F048A26-801C-4FD2-A0FE-7D5E1170114F}" type="parTrans" cxnId="{78CA6602-22A2-4E8D-A7C8-5B057B63190D}">
      <dgm:prSet/>
      <dgm:spPr/>
      <dgm:t>
        <a:bodyPr/>
        <a:lstStyle/>
        <a:p>
          <a:endParaRPr lang="en-US"/>
        </a:p>
      </dgm:t>
    </dgm:pt>
    <dgm:pt modelId="{192329EB-74A9-4A78-A375-FD94226107EB}" type="sibTrans" cxnId="{78CA6602-22A2-4E8D-A7C8-5B057B63190D}">
      <dgm:prSet/>
      <dgm:spPr/>
      <dgm:t>
        <a:bodyPr/>
        <a:lstStyle/>
        <a:p>
          <a:endParaRPr lang="en-US"/>
        </a:p>
      </dgm:t>
    </dgm:pt>
    <dgm:pt modelId="{BBF7AA2B-2F00-42C4-A818-945ACF8C61CA}">
      <dgm:prSet/>
      <dgm:spPr/>
      <dgm:t>
        <a:bodyPr/>
        <a:lstStyle/>
        <a:p>
          <a:pPr>
            <a:defRPr cap="all"/>
          </a:pPr>
          <a:r>
            <a:rPr lang="en-US"/>
            <a:t>- Member 5: Research and presentation materials.</a:t>
          </a:r>
        </a:p>
      </dgm:t>
    </dgm:pt>
    <dgm:pt modelId="{2706645A-2D96-4023-AF30-4374E8DCFDD3}" type="parTrans" cxnId="{CFE0145D-FC22-496D-A874-F7242618344B}">
      <dgm:prSet/>
      <dgm:spPr/>
      <dgm:t>
        <a:bodyPr/>
        <a:lstStyle/>
        <a:p>
          <a:endParaRPr lang="en-US"/>
        </a:p>
      </dgm:t>
    </dgm:pt>
    <dgm:pt modelId="{7810FF21-2AED-42C2-A0C7-B58929CD60B3}" type="sibTrans" cxnId="{CFE0145D-FC22-496D-A874-F7242618344B}">
      <dgm:prSet/>
      <dgm:spPr/>
      <dgm:t>
        <a:bodyPr/>
        <a:lstStyle/>
        <a:p>
          <a:endParaRPr lang="en-US"/>
        </a:p>
      </dgm:t>
    </dgm:pt>
    <dgm:pt modelId="{18DA9E6B-F889-4E67-8D9F-61ABB8AB85FC}" type="pres">
      <dgm:prSet presAssocID="{BF5AC691-1EB3-4AE6-BC73-A8565626CE53}" presName="root" presStyleCnt="0">
        <dgm:presLayoutVars>
          <dgm:dir/>
          <dgm:resizeHandles val="exact"/>
        </dgm:presLayoutVars>
      </dgm:prSet>
      <dgm:spPr/>
    </dgm:pt>
    <dgm:pt modelId="{F47F3A5C-1098-43E3-89B7-45A7E4C8F484}" type="pres">
      <dgm:prSet presAssocID="{733FE7D9-2E0E-467E-B418-32E025532D88}" presName="compNode" presStyleCnt="0"/>
      <dgm:spPr/>
    </dgm:pt>
    <dgm:pt modelId="{FB0F005D-5722-485D-B0C8-6EDDDD36EEF8}" type="pres">
      <dgm:prSet presAssocID="{733FE7D9-2E0E-467E-B418-32E025532D88}" presName="iconBgRect" presStyleLbl="bgShp" presStyleIdx="0" presStyleCnt="6"/>
      <dgm:spPr/>
    </dgm:pt>
    <dgm:pt modelId="{7DDF7201-B571-4C74-B1D0-8C4BD438326C}" type="pres">
      <dgm:prSet presAssocID="{733FE7D9-2E0E-467E-B418-32E025532D8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9A2FCECA-9D11-4B34-A714-2F118BF2AF66}" type="pres">
      <dgm:prSet presAssocID="{733FE7D9-2E0E-467E-B418-32E025532D88}" presName="spaceRect" presStyleCnt="0"/>
      <dgm:spPr/>
    </dgm:pt>
    <dgm:pt modelId="{B4942898-43E6-46DC-B4D4-E20446D9A8D3}" type="pres">
      <dgm:prSet presAssocID="{733FE7D9-2E0E-467E-B418-32E025532D88}" presName="textRect" presStyleLbl="revTx" presStyleIdx="0" presStyleCnt="6">
        <dgm:presLayoutVars>
          <dgm:chMax val="1"/>
          <dgm:chPref val="1"/>
        </dgm:presLayoutVars>
      </dgm:prSet>
      <dgm:spPr/>
    </dgm:pt>
    <dgm:pt modelId="{E036D137-170C-42B7-BB87-DE9DF7E79EDA}" type="pres">
      <dgm:prSet presAssocID="{D4003A3E-ABC1-484A-BAD5-A233CB318141}" presName="sibTrans" presStyleCnt="0"/>
      <dgm:spPr/>
    </dgm:pt>
    <dgm:pt modelId="{A3569843-C374-4D2A-ACC1-24D6427E4F5B}" type="pres">
      <dgm:prSet presAssocID="{FC34993C-6CB7-47D2-852D-EE3B779264EE}" presName="compNode" presStyleCnt="0"/>
      <dgm:spPr/>
    </dgm:pt>
    <dgm:pt modelId="{06A3E26F-E5C2-49C0-8373-8E19529C8E07}" type="pres">
      <dgm:prSet presAssocID="{FC34993C-6CB7-47D2-852D-EE3B779264EE}" presName="iconBgRect" presStyleLbl="bgShp" presStyleIdx="1" presStyleCnt="6"/>
      <dgm:spPr/>
    </dgm:pt>
    <dgm:pt modelId="{BAA23E3C-F726-4494-801E-1F1CB4AD6C62}" type="pres">
      <dgm:prSet presAssocID="{FC34993C-6CB7-47D2-852D-EE3B779264E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8F29C4CD-3FA0-433E-8EA6-D261E2A7D4CC}" type="pres">
      <dgm:prSet presAssocID="{FC34993C-6CB7-47D2-852D-EE3B779264EE}" presName="spaceRect" presStyleCnt="0"/>
      <dgm:spPr/>
    </dgm:pt>
    <dgm:pt modelId="{546CDF8E-F73C-4AA4-88F5-479F1EF4F502}" type="pres">
      <dgm:prSet presAssocID="{FC34993C-6CB7-47D2-852D-EE3B779264EE}" presName="textRect" presStyleLbl="revTx" presStyleIdx="1" presStyleCnt="6">
        <dgm:presLayoutVars>
          <dgm:chMax val="1"/>
          <dgm:chPref val="1"/>
        </dgm:presLayoutVars>
      </dgm:prSet>
      <dgm:spPr/>
    </dgm:pt>
    <dgm:pt modelId="{F5559AED-99D6-4B6A-A92B-CB6A7224259F}" type="pres">
      <dgm:prSet presAssocID="{1EF83506-29C3-4D09-B7EE-1333D715FF54}" presName="sibTrans" presStyleCnt="0"/>
      <dgm:spPr/>
    </dgm:pt>
    <dgm:pt modelId="{6F6B26D1-CBAE-45E9-B18E-97922C321E01}" type="pres">
      <dgm:prSet presAssocID="{BC9A1062-9810-4557-994A-5EDE10F5FC79}" presName="compNode" presStyleCnt="0"/>
      <dgm:spPr/>
    </dgm:pt>
    <dgm:pt modelId="{1CCB9248-2DD6-4CE0-A14E-270A552E4C10}" type="pres">
      <dgm:prSet presAssocID="{BC9A1062-9810-4557-994A-5EDE10F5FC79}" presName="iconBgRect" presStyleLbl="bgShp" presStyleIdx="2" presStyleCnt="6"/>
      <dgm:spPr/>
    </dgm:pt>
    <dgm:pt modelId="{2EC4C907-58C9-4848-B7D6-322802BE0103}" type="pres">
      <dgm:prSet presAssocID="{BC9A1062-9810-4557-994A-5EDE10F5FC7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08236CB0-640B-4843-80F3-D189BA53C9FD}" type="pres">
      <dgm:prSet presAssocID="{BC9A1062-9810-4557-994A-5EDE10F5FC79}" presName="spaceRect" presStyleCnt="0"/>
      <dgm:spPr/>
    </dgm:pt>
    <dgm:pt modelId="{B2E39927-484B-41CD-B2F5-CDF70CA42AA5}" type="pres">
      <dgm:prSet presAssocID="{BC9A1062-9810-4557-994A-5EDE10F5FC79}" presName="textRect" presStyleLbl="revTx" presStyleIdx="2" presStyleCnt="6">
        <dgm:presLayoutVars>
          <dgm:chMax val="1"/>
          <dgm:chPref val="1"/>
        </dgm:presLayoutVars>
      </dgm:prSet>
      <dgm:spPr/>
    </dgm:pt>
    <dgm:pt modelId="{DD769C8A-62E5-4563-8D23-0EC5C83D4301}" type="pres">
      <dgm:prSet presAssocID="{5DC7AA2B-CC10-409A-85C6-6FB52CBA784F}" presName="sibTrans" presStyleCnt="0"/>
      <dgm:spPr/>
    </dgm:pt>
    <dgm:pt modelId="{145EB80C-CE6F-4766-8308-B5D0C87B497B}" type="pres">
      <dgm:prSet presAssocID="{DE287054-4006-438D-BEF4-FB9C5F30DA82}" presName="compNode" presStyleCnt="0"/>
      <dgm:spPr/>
    </dgm:pt>
    <dgm:pt modelId="{34CA43DF-0AD7-4066-93C0-837CF1EFFDFE}" type="pres">
      <dgm:prSet presAssocID="{DE287054-4006-438D-BEF4-FB9C5F30DA82}" presName="iconBgRect" presStyleLbl="bgShp" presStyleIdx="3" presStyleCnt="6"/>
      <dgm:spPr/>
    </dgm:pt>
    <dgm:pt modelId="{862E7F2A-2D88-4B74-8343-0CC72D997757}" type="pres">
      <dgm:prSet presAssocID="{DE287054-4006-438D-BEF4-FB9C5F30DA8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D8C75D98-3B59-4840-B300-5BC92081468A}" type="pres">
      <dgm:prSet presAssocID="{DE287054-4006-438D-BEF4-FB9C5F30DA82}" presName="spaceRect" presStyleCnt="0"/>
      <dgm:spPr/>
    </dgm:pt>
    <dgm:pt modelId="{B842EAD0-FC03-4B21-AA4E-496B99192AF7}" type="pres">
      <dgm:prSet presAssocID="{DE287054-4006-438D-BEF4-FB9C5F30DA82}" presName="textRect" presStyleLbl="revTx" presStyleIdx="3" presStyleCnt="6">
        <dgm:presLayoutVars>
          <dgm:chMax val="1"/>
          <dgm:chPref val="1"/>
        </dgm:presLayoutVars>
      </dgm:prSet>
      <dgm:spPr/>
    </dgm:pt>
    <dgm:pt modelId="{6AB9395C-62C2-4063-A778-45EF5935EB2B}" type="pres">
      <dgm:prSet presAssocID="{78F94233-62BD-4F30-9D54-9115368A585F}" presName="sibTrans" presStyleCnt="0"/>
      <dgm:spPr/>
    </dgm:pt>
    <dgm:pt modelId="{421BD0E8-A713-4380-B978-B6D704B0E32C}" type="pres">
      <dgm:prSet presAssocID="{08C700B0-D9BA-4835-BB52-CB6B4B07D97A}" presName="compNode" presStyleCnt="0"/>
      <dgm:spPr/>
    </dgm:pt>
    <dgm:pt modelId="{F1DE697D-9026-41C8-998A-C7B9C48A90CB}" type="pres">
      <dgm:prSet presAssocID="{08C700B0-D9BA-4835-BB52-CB6B4B07D97A}" presName="iconBgRect" presStyleLbl="bgShp" presStyleIdx="4" presStyleCnt="6"/>
      <dgm:spPr/>
    </dgm:pt>
    <dgm:pt modelId="{2C16B51C-1130-471D-9DC1-A3DD2D467942}" type="pres">
      <dgm:prSet presAssocID="{08C700B0-D9BA-4835-BB52-CB6B4B07D97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rget Audience"/>
        </a:ext>
      </dgm:extLst>
    </dgm:pt>
    <dgm:pt modelId="{DCC297E7-4791-4BBE-BB59-2C4E49FDCA71}" type="pres">
      <dgm:prSet presAssocID="{08C700B0-D9BA-4835-BB52-CB6B4B07D97A}" presName="spaceRect" presStyleCnt="0"/>
      <dgm:spPr/>
    </dgm:pt>
    <dgm:pt modelId="{5412FDBE-F0EE-4F2F-BBA9-A071C3D60F5F}" type="pres">
      <dgm:prSet presAssocID="{08C700B0-D9BA-4835-BB52-CB6B4B07D97A}" presName="textRect" presStyleLbl="revTx" presStyleIdx="4" presStyleCnt="6">
        <dgm:presLayoutVars>
          <dgm:chMax val="1"/>
          <dgm:chPref val="1"/>
        </dgm:presLayoutVars>
      </dgm:prSet>
      <dgm:spPr/>
    </dgm:pt>
    <dgm:pt modelId="{0D935BF0-E4D3-419B-93BB-0427103C5A8C}" type="pres">
      <dgm:prSet presAssocID="{192329EB-74A9-4A78-A375-FD94226107EB}" presName="sibTrans" presStyleCnt="0"/>
      <dgm:spPr/>
    </dgm:pt>
    <dgm:pt modelId="{FD0D3E65-4B48-4F07-B916-3BDED196A00F}" type="pres">
      <dgm:prSet presAssocID="{BBF7AA2B-2F00-42C4-A818-945ACF8C61CA}" presName="compNode" presStyleCnt="0"/>
      <dgm:spPr/>
    </dgm:pt>
    <dgm:pt modelId="{70940DE4-9E48-4AC4-9C31-BF7CDF5DEA28}" type="pres">
      <dgm:prSet presAssocID="{BBF7AA2B-2F00-42C4-A818-945ACF8C61CA}" presName="iconBgRect" presStyleLbl="bgShp" presStyleIdx="5" presStyleCnt="6"/>
      <dgm:spPr/>
    </dgm:pt>
    <dgm:pt modelId="{18A30B08-7DDD-48BA-9922-D409637B45BC}" type="pres">
      <dgm:prSet presAssocID="{BBF7AA2B-2F00-42C4-A818-945ACF8C61C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rketing"/>
        </a:ext>
      </dgm:extLst>
    </dgm:pt>
    <dgm:pt modelId="{8306C081-00C0-430A-B20C-7BDCA2FE98C2}" type="pres">
      <dgm:prSet presAssocID="{BBF7AA2B-2F00-42C4-A818-945ACF8C61CA}" presName="spaceRect" presStyleCnt="0"/>
      <dgm:spPr/>
    </dgm:pt>
    <dgm:pt modelId="{9546D5D7-281A-43CE-9A10-457A9CE62F52}" type="pres">
      <dgm:prSet presAssocID="{BBF7AA2B-2F00-42C4-A818-945ACF8C61CA}" presName="textRect" presStyleLbl="revTx" presStyleIdx="5" presStyleCnt="6">
        <dgm:presLayoutVars>
          <dgm:chMax val="1"/>
          <dgm:chPref val="1"/>
        </dgm:presLayoutVars>
      </dgm:prSet>
      <dgm:spPr/>
    </dgm:pt>
  </dgm:ptLst>
  <dgm:cxnLst>
    <dgm:cxn modelId="{46420400-024C-4FFD-B160-07298E3BA627}" type="presOf" srcId="{BBF7AA2B-2F00-42C4-A818-945ACF8C61CA}" destId="{9546D5D7-281A-43CE-9A10-457A9CE62F52}" srcOrd="0" destOrd="0" presId="urn:microsoft.com/office/officeart/2018/5/layout/IconCircleLabelList"/>
    <dgm:cxn modelId="{78CA6602-22A2-4E8D-A7C8-5B057B63190D}" srcId="{BF5AC691-1EB3-4AE6-BC73-A8565626CE53}" destId="{08C700B0-D9BA-4835-BB52-CB6B4B07D97A}" srcOrd="4" destOrd="0" parTransId="{5F048A26-801C-4FD2-A0FE-7D5E1170114F}" sibTransId="{192329EB-74A9-4A78-A375-FD94226107EB}"/>
    <dgm:cxn modelId="{9631D902-2AC3-45ED-A0C0-E121E9645375}" type="presOf" srcId="{FC34993C-6CB7-47D2-852D-EE3B779264EE}" destId="{546CDF8E-F73C-4AA4-88F5-479F1EF4F502}" srcOrd="0" destOrd="0" presId="urn:microsoft.com/office/officeart/2018/5/layout/IconCircleLabelList"/>
    <dgm:cxn modelId="{F1D5A10D-1378-4EB5-9D09-FAB7367184F1}" srcId="{BF5AC691-1EB3-4AE6-BC73-A8565626CE53}" destId="{BC9A1062-9810-4557-994A-5EDE10F5FC79}" srcOrd="2" destOrd="0" parTransId="{3AE720BD-15DF-4E4B-A840-F0E8B03F4B4F}" sibTransId="{5DC7AA2B-CC10-409A-85C6-6FB52CBA784F}"/>
    <dgm:cxn modelId="{0E667540-D9B9-42FF-B512-DED2FC7D6907}" type="presOf" srcId="{BC9A1062-9810-4557-994A-5EDE10F5FC79}" destId="{B2E39927-484B-41CD-B2F5-CDF70CA42AA5}" srcOrd="0" destOrd="0" presId="urn:microsoft.com/office/officeart/2018/5/layout/IconCircleLabelList"/>
    <dgm:cxn modelId="{CFE0145D-FC22-496D-A874-F7242618344B}" srcId="{BF5AC691-1EB3-4AE6-BC73-A8565626CE53}" destId="{BBF7AA2B-2F00-42C4-A818-945ACF8C61CA}" srcOrd="5" destOrd="0" parTransId="{2706645A-2D96-4023-AF30-4374E8DCFDD3}" sibTransId="{7810FF21-2AED-42C2-A0C7-B58929CD60B3}"/>
    <dgm:cxn modelId="{706A5163-9F4F-437A-8548-B9919DEE7B8A}" type="presOf" srcId="{08C700B0-D9BA-4835-BB52-CB6B4B07D97A}" destId="{5412FDBE-F0EE-4F2F-BBA9-A071C3D60F5F}" srcOrd="0" destOrd="0" presId="urn:microsoft.com/office/officeart/2018/5/layout/IconCircleLabelList"/>
    <dgm:cxn modelId="{DAB19FBA-FC0F-4E3B-B5F1-EDB6B9145A90}" type="presOf" srcId="{DE287054-4006-438D-BEF4-FB9C5F30DA82}" destId="{B842EAD0-FC03-4B21-AA4E-496B99192AF7}" srcOrd="0" destOrd="0" presId="urn:microsoft.com/office/officeart/2018/5/layout/IconCircleLabelList"/>
    <dgm:cxn modelId="{50A923C0-5730-414A-A61B-BA0E2C2BA703}" type="presOf" srcId="{733FE7D9-2E0E-467E-B418-32E025532D88}" destId="{B4942898-43E6-46DC-B4D4-E20446D9A8D3}" srcOrd="0" destOrd="0" presId="urn:microsoft.com/office/officeart/2018/5/layout/IconCircleLabelList"/>
    <dgm:cxn modelId="{C1CAA3C2-CC3C-494F-A42D-2E91012A5BF5}" srcId="{BF5AC691-1EB3-4AE6-BC73-A8565626CE53}" destId="{733FE7D9-2E0E-467E-B418-32E025532D88}" srcOrd="0" destOrd="0" parTransId="{C2200403-6AFB-49B1-B1AC-A55E1734FCA0}" sibTransId="{D4003A3E-ABC1-484A-BAD5-A233CB318141}"/>
    <dgm:cxn modelId="{F978A3DA-627C-49DB-A21D-03198B7A14B6}" srcId="{BF5AC691-1EB3-4AE6-BC73-A8565626CE53}" destId="{DE287054-4006-438D-BEF4-FB9C5F30DA82}" srcOrd="3" destOrd="0" parTransId="{F9352606-1DB8-454B-AC26-B6F2FB15A47D}" sibTransId="{78F94233-62BD-4F30-9D54-9115368A585F}"/>
    <dgm:cxn modelId="{816E08E0-12CD-49CE-B5E1-F41B2208617B}" type="presOf" srcId="{BF5AC691-1EB3-4AE6-BC73-A8565626CE53}" destId="{18DA9E6B-F889-4E67-8D9F-61ABB8AB85FC}" srcOrd="0" destOrd="0" presId="urn:microsoft.com/office/officeart/2018/5/layout/IconCircleLabelList"/>
    <dgm:cxn modelId="{A7F3E8F6-7832-4222-A6AA-D72FA5ABDE53}" srcId="{BF5AC691-1EB3-4AE6-BC73-A8565626CE53}" destId="{FC34993C-6CB7-47D2-852D-EE3B779264EE}" srcOrd="1" destOrd="0" parTransId="{0CA200E0-9885-48F9-A77C-2374E7FA04E8}" sibTransId="{1EF83506-29C3-4D09-B7EE-1333D715FF54}"/>
    <dgm:cxn modelId="{58565806-9770-4B3C-A127-A1D3D530691B}" type="presParOf" srcId="{18DA9E6B-F889-4E67-8D9F-61ABB8AB85FC}" destId="{F47F3A5C-1098-43E3-89B7-45A7E4C8F484}" srcOrd="0" destOrd="0" presId="urn:microsoft.com/office/officeart/2018/5/layout/IconCircleLabelList"/>
    <dgm:cxn modelId="{3BF3319E-95B2-4576-B82F-556B1E60E9BF}" type="presParOf" srcId="{F47F3A5C-1098-43E3-89B7-45A7E4C8F484}" destId="{FB0F005D-5722-485D-B0C8-6EDDDD36EEF8}" srcOrd="0" destOrd="0" presId="urn:microsoft.com/office/officeart/2018/5/layout/IconCircleLabelList"/>
    <dgm:cxn modelId="{70C08978-B217-4D88-809A-252DB43F3E3B}" type="presParOf" srcId="{F47F3A5C-1098-43E3-89B7-45A7E4C8F484}" destId="{7DDF7201-B571-4C74-B1D0-8C4BD438326C}" srcOrd="1" destOrd="0" presId="urn:microsoft.com/office/officeart/2018/5/layout/IconCircleLabelList"/>
    <dgm:cxn modelId="{F5EF3674-2582-4C93-993D-FD88CD887012}" type="presParOf" srcId="{F47F3A5C-1098-43E3-89B7-45A7E4C8F484}" destId="{9A2FCECA-9D11-4B34-A714-2F118BF2AF66}" srcOrd="2" destOrd="0" presId="urn:microsoft.com/office/officeart/2018/5/layout/IconCircleLabelList"/>
    <dgm:cxn modelId="{DE3E3065-0DFD-4851-89C8-7306B8F3DEA9}" type="presParOf" srcId="{F47F3A5C-1098-43E3-89B7-45A7E4C8F484}" destId="{B4942898-43E6-46DC-B4D4-E20446D9A8D3}" srcOrd="3" destOrd="0" presId="urn:microsoft.com/office/officeart/2018/5/layout/IconCircleLabelList"/>
    <dgm:cxn modelId="{BD5E26D8-90C0-4401-BF5B-3066DD83AB25}" type="presParOf" srcId="{18DA9E6B-F889-4E67-8D9F-61ABB8AB85FC}" destId="{E036D137-170C-42B7-BB87-DE9DF7E79EDA}" srcOrd="1" destOrd="0" presId="urn:microsoft.com/office/officeart/2018/5/layout/IconCircleLabelList"/>
    <dgm:cxn modelId="{45C268BC-E1DC-4D73-A764-99D9FDF3705B}" type="presParOf" srcId="{18DA9E6B-F889-4E67-8D9F-61ABB8AB85FC}" destId="{A3569843-C374-4D2A-ACC1-24D6427E4F5B}" srcOrd="2" destOrd="0" presId="urn:microsoft.com/office/officeart/2018/5/layout/IconCircleLabelList"/>
    <dgm:cxn modelId="{D952B3A2-D150-4885-8719-2D164C538977}" type="presParOf" srcId="{A3569843-C374-4D2A-ACC1-24D6427E4F5B}" destId="{06A3E26F-E5C2-49C0-8373-8E19529C8E07}" srcOrd="0" destOrd="0" presId="urn:microsoft.com/office/officeart/2018/5/layout/IconCircleLabelList"/>
    <dgm:cxn modelId="{12F57365-AC2D-4718-8F1B-3DDA184E16B0}" type="presParOf" srcId="{A3569843-C374-4D2A-ACC1-24D6427E4F5B}" destId="{BAA23E3C-F726-4494-801E-1F1CB4AD6C62}" srcOrd="1" destOrd="0" presId="urn:microsoft.com/office/officeart/2018/5/layout/IconCircleLabelList"/>
    <dgm:cxn modelId="{35052D00-B0EB-4C5D-A459-71126FFCE942}" type="presParOf" srcId="{A3569843-C374-4D2A-ACC1-24D6427E4F5B}" destId="{8F29C4CD-3FA0-433E-8EA6-D261E2A7D4CC}" srcOrd="2" destOrd="0" presId="urn:microsoft.com/office/officeart/2018/5/layout/IconCircleLabelList"/>
    <dgm:cxn modelId="{52CE7BF0-E721-4D81-A1B8-AE4560C6C5FE}" type="presParOf" srcId="{A3569843-C374-4D2A-ACC1-24D6427E4F5B}" destId="{546CDF8E-F73C-4AA4-88F5-479F1EF4F502}" srcOrd="3" destOrd="0" presId="urn:microsoft.com/office/officeart/2018/5/layout/IconCircleLabelList"/>
    <dgm:cxn modelId="{9DC9D261-74E8-45FB-9EE8-83D51895F1EA}" type="presParOf" srcId="{18DA9E6B-F889-4E67-8D9F-61ABB8AB85FC}" destId="{F5559AED-99D6-4B6A-A92B-CB6A7224259F}" srcOrd="3" destOrd="0" presId="urn:microsoft.com/office/officeart/2018/5/layout/IconCircleLabelList"/>
    <dgm:cxn modelId="{A4EA2968-F2C4-4D24-8388-228D7AA685C1}" type="presParOf" srcId="{18DA9E6B-F889-4E67-8D9F-61ABB8AB85FC}" destId="{6F6B26D1-CBAE-45E9-B18E-97922C321E01}" srcOrd="4" destOrd="0" presId="urn:microsoft.com/office/officeart/2018/5/layout/IconCircleLabelList"/>
    <dgm:cxn modelId="{3A3DBF96-4438-4A12-AD2E-38F8A0FA2E7C}" type="presParOf" srcId="{6F6B26D1-CBAE-45E9-B18E-97922C321E01}" destId="{1CCB9248-2DD6-4CE0-A14E-270A552E4C10}" srcOrd="0" destOrd="0" presId="urn:microsoft.com/office/officeart/2018/5/layout/IconCircleLabelList"/>
    <dgm:cxn modelId="{553B2121-8FB1-4929-8A08-0D72162A582A}" type="presParOf" srcId="{6F6B26D1-CBAE-45E9-B18E-97922C321E01}" destId="{2EC4C907-58C9-4848-B7D6-322802BE0103}" srcOrd="1" destOrd="0" presId="urn:microsoft.com/office/officeart/2018/5/layout/IconCircleLabelList"/>
    <dgm:cxn modelId="{6AB128FE-9E2B-4EF7-B838-8838D75A84F3}" type="presParOf" srcId="{6F6B26D1-CBAE-45E9-B18E-97922C321E01}" destId="{08236CB0-640B-4843-80F3-D189BA53C9FD}" srcOrd="2" destOrd="0" presId="urn:microsoft.com/office/officeart/2018/5/layout/IconCircleLabelList"/>
    <dgm:cxn modelId="{27743906-C472-4CA7-A36E-6F59C3157075}" type="presParOf" srcId="{6F6B26D1-CBAE-45E9-B18E-97922C321E01}" destId="{B2E39927-484B-41CD-B2F5-CDF70CA42AA5}" srcOrd="3" destOrd="0" presId="urn:microsoft.com/office/officeart/2018/5/layout/IconCircleLabelList"/>
    <dgm:cxn modelId="{3DD25B2A-5939-4FD7-AE8C-D5793CA0DE7F}" type="presParOf" srcId="{18DA9E6B-F889-4E67-8D9F-61ABB8AB85FC}" destId="{DD769C8A-62E5-4563-8D23-0EC5C83D4301}" srcOrd="5" destOrd="0" presId="urn:microsoft.com/office/officeart/2018/5/layout/IconCircleLabelList"/>
    <dgm:cxn modelId="{E9D63636-8CB0-4F21-9846-90FBA2414F76}" type="presParOf" srcId="{18DA9E6B-F889-4E67-8D9F-61ABB8AB85FC}" destId="{145EB80C-CE6F-4766-8308-B5D0C87B497B}" srcOrd="6" destOrd="0" presId="urn:microsoft.com/office/officeart/2018/5/layout/IconCircleLabelList"/>
    <dgm:cxn modelId="{E086537A-7E05-4D6E-AAF9-73369E9F86F3}" type="presParOf" srcId="{145EB80C-CE6F-4766-8308-B5D0C87B497B}" destId="{34CA43DF-0AD7-4066-93C0-837CF1EFFDFE}" srcOrd="0" destOrd="0" presId="urn:microsoft.com/office/officeart/2018/5/layout/IconCircleLabelList"/>
    <dgm:cxn modelId="{3D019AEC-1E0B-485D-BE0A-4E0CCE54D2BA}" type="presParOf" srcId="{145EB80C-CE6F-4766-8308-B5D0C87B497B}" destId="{862E7F2A-2D88-4B74-8343-0CC72D997757}" srcOrd="1" destOrd="0" presId="urn:microsoft.com/office/officeart/2018/5/layout/IconCircleLabelList"/>
    <dgm:cxn modelId="{27DC30DF-C0A1-499D-AAE3-B29D615023C8}" type="presParOf" srcId="{145EB80C-CE6F-4766-8308-B5D0C87B497B}" destId="{D8C75D98-3B59-4840-B300-5BC92081468A}" srcOrd="2" destOrd="0" presId="urn:microsoft.com/office/officeart/2018/5/layout/IconCircleLabelList"/>
    <dgm:cxn modelId="{DD8B8E55-E800-4280-AC45-93F1BD28995A}" type="presParOf" srcId="{145EB80C-CE6F-4766-8308-B5D0C87B497B}" destId="{B842EAD0-FC03-4B21-AA4E-496B99192AF7}" srcOrd="3" destOrd="0" presId="urn:microsoft.com/office/officeart/2018/5/layout/IconCircleLabelList"/>
    <dgm:cxn modelId="{C3635B42-B4C7-4F8E-8500-1A7468ACB64A}" type="presParOf" srcId="{18DA9E6B-F889-4E67-8D9F-61ABB8AB85FC}" destId="{6AB9395C-62C2-4063-A778-45EF5935EB2B}" srcOrd="7" destOrd="0" presId="urn:microsoft.com/office/officeart/2018/5/layout/IconCircleLabelList"/>
    <dgm:cxn modelId="{A146D088-AD92-471D-B209-8A86C55C51A1}" type="presParOf" srcId="{18DA9E6B-F889-4E67-8D9F-61ABB8AB85FC}" destId="{421BD0E8-A713-4380-B978-B6D704B0E32C}" srcOrd="8" destOrd="0" presId="urn:microsoft.com/office/officeart/2018/5/layout/IconCircleLabelList"/>
    <dgm:cxn modelId="{843C0970-E8B0-46A4-9CB7-ADF40E0D636B}" type="presParOf" srcId="{421BD0E8-A713-4380-B978-B6D704B0E32C}" destId="{F1DE697D-9026-41C8-998A-C7B9C48A90CB}" srcOrd="0" destOrd="0" presId="urn:microsoft.com/office/officeart/2018/5/layout/IconCircleLabelList"/>
    <dgm:cxn modelId="{234D1557-8C14-44E4-AD50-6E96DF4CA8D9}" type="presParOf" srcId="{421BD0E8-A713-4380-B978-B6D704B0E32C}" destId="{2C16B51C-1130-471D-9DC1-A3DD2D467942}" srcOrd="1" destOrd="0" presId="urn:microsoft.com/office/officeart/2018/5/layout/IconCircleLabelList"/>
    <dgm:cxn modelId="{77FD2E51-02F1-4E4F-97E9-56E641748B0A}" type="presParOf" srcId="{421BD0E8-A713-4380-B978-B6D704B0E32C}" destId="{DCC297E7-4791-4BBE-BB59-2C4E49FDCA71}" srcOrd="2" destOrd="0" presId="urn:microsoft.com/office/officeart/2018/5/layout/IconCircleLabelList"/>
    <dgm:cxn modelId="{8BD17A9A-51F1-4865-A56F-7F7BB877E972}" type="presParOf" srcId="{421BD0E8-A713-4380-B978-B6D704B0E32C}" destId="{5412FDBE-F0EE-4F2F-BBA9-A071C3D60F5F}" srcOrd="3" destOrd="0" presId="urn:microsoft.com/office/officeart/2018/5/layout/IconCircleLabelList"/>
    <dgm:cxn modelId="{6AA0FAE1-F9FF-4AF8-B29C-1F68A1C2DEB2}" type="presParOf" srcId="{18DA9E6B-F889-4E67-8D9F-61ABB8AB85FC}" destId="{0D935BF0-E4D3-419B-93BB-0427103C5A8C}" srcOrd="9" destOrd="0" presId="urn:microsoft.com/office/officeart/2018/5/layout/IconCircleLabelList"/>
    <dgm:cxn modelId="{9992A070-3FD7-4E27-8C17-3A2BA1648D01}" type="presParOf" srcId="{18DA9E6B-F889-4E67-8D9F-61ABB8AB85FC}" destId="{FD0D3E65-4B48-4F07-B916-3BDED196A00F}" srcOrd="10" destOrd="0" presId="urn:microsoft.com/office/officeart/2018/5/layout/IconCircleLabelList"/>
    <dgm:cxn modelId="{A01B4054-8B54-40E0-920B-4011B42C109F}" type="presParOf" srcId="{FD0D3E65-4B48-4F07-B916-3BDED196A00F}" destId="{70940DE4-9E48-4AC4-9C31-BF7CDF5DEA28}" srcOrd="0" destOrd="0" presId="urn:microsoft.com/office/officeart/2018/5/layout/IconCircleLabelList"/>
    <dgm:cxn modelId="{14D1406C-B466-4708-A38B-D88DA185E58F}" type="presParOf" srcId="{FD0D3E65-4B48-4F07-B916-3BDED196A00F}" destId="{18A30B08-7DDD-48BA-9922-D409637B45BC}" srcOrd="1" destOrd="0" presId="urn:microsoft.com/office/officeart/2018/5/layout/IconCircleLabelList"/>
    <dgm:cxn modelId="{72E061CB-0F08-46A9-BC74-70FE6D34E961}" type="presParOf" srcId="{FD0D3E65-4B48-4F07-B916-3BDED196A00F}" destId="{8306C081-00C0-430A-B20C-7BDCA2FE98C2}" srcOrd="2" destOrd="0" presId="urn:microsoft.com/office/officeart/2018/5/layout/IconCircleLabelList"/>
    <dgm:cxn modelId="{2DB34FFA-FA1C-4BE4-BB8F-BF84097E29B1}" type="presParOf" srcId="{FD0D3E65-4B48-4F07-B916-3BDED196A00F}" destId="{9546D5D7-281A-43CE-9A10-457A9CE62F5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1AAA04A-F3A4-4FE8-AB50-F15915D2C89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72147C0-FAFA-4B5A-8AC0-016376C7C631}">
      <dgm:prSet/>
      <dgm:spPr/>
      <dgm:t>
        <a:bodyPr/>
        <a:lstStyle/>
        <a:p>
          <a:r>
            <a:rPr lang="en-GB" b="1">
              <a:hlinkClick xmlns:r="http://schemas.openxmlformats.org/officeDocument/2006/relationships" r:id="rId1"/>
            </a:rPr>
            <a:t>Link To The ERD:</a:t>
          </a:r>
          <a:endParaRPr lang="en-US"/>
        </a:p>
      </dgm:t>
    </dgm:pt>
    <dgm:pt modelId="{921CD5D4-48A6-4D2C-B1C8-8BF06E276DA4}" type="parTrans" cxnId="{6104B55F-06D5-4282-BC6D-3EBFBC3A7F52}">
      <dgm:prSet/>
      <dgm:spPr/>
      <dgm:t>
        <a:bodyPr/>
        <a:lstStyle/>
        <a:p>
          <a:endParaRPr lang="en-US"/>
        </a:p>
      </dgm:t>
    </dgm:pt>
    <dgm:pt modelId="{B43DB588-DA2F-419A-A41E-C237FD7F2F75}" type="sibTrans" cxnId="{6104B55F-06D5-4282-BC6D-3EBFBC3A7F52}">
      <dgm:prSet/>
      <dgm:spPr/>
      <dgm:t>
        <a:bodyPr/>
        <a:lstStyle/>
        <a:p>
          <a:endParaRPr lang="en-US"/>
        </a:p>
      </dgm:t>
    </dgm:pt>
    <dgm:pt modelId="{77543CDF-AC82-4D89-BDA6-271579C5E350}">
      <dgm:prSet/>
      <dgm:spPr/>
      <dgm:t>
        <a:bodyPr/>
        <a:lstStyle/>
        <a:p>
          <a:r>
            <a:rPr lang="en-GB" b="1"/>
            <a:t>Vertices (Nodes):</a:t>
          </a:r>
          <a:r>
            <a:rPr lang="en-GB"/>
            <a:t> Represent key entities in the system — for example, </a:t>
          </a:r>
          <a:r>
            <a:rPr lang="en-GB" i="1"/>
            <a:t>Users, Courses, Events, Resources, and Forums</a:t>
          </a:r>
          <a:r>
            <a:rPr lang="en-GB"/>
            <a:t>.</a:t>
          </a:r>
          <a:endParaRPr lang="en-US"/>
        </a:p>
      </dgm:t>
    </dgm:pt>
    <dgm:pt modelId="{8AA46921-1B5B-460F-BC4C-CCECA8D594F3}" type="parTrans" cxnId="{D141BC48-8F1C-4366-8678-11D0A69DBCDF}">
      <dgm:prSet/>
      <dgm:spPr/>
      <dgm:t>
        <a:bodyPr/>
        <a:lstStyle/>
        <a:p>
          <a:endParaRPr lang="en-US"/>
        </a:p>
      </dgm:t>
    </dgm:pt>
    <dgm:pt modelId="{2905BF4B-9E14-444B-BAE0-D8AB8B98FB59}" type="sibTrans" cxnId="{D141BC48-8F1C-4366-8678-11D0A69DBCDF}">
      <dgm:prSet/>
      <dgm:spPr/>
      <dgm:t>
        <a:bodyPr/>
        <a:lstStyle/>
        <a:p>
          <a:endParaRPr lang="en-US"/>
        </a:p>
      </dgm:t>
    </dgm:pt>
    <dgm:pt modelId="{320726E1-A5AC-4F44-AF06-AAB012B0EB6F}">
      <dgm:prSet/>
      <dgm:spPr/>
      <dgm:t>
        <a:bodyPr/>
        <a:lstStyle/>
        <a:p>
          <a:r>
            <a:rPr lang="en-GB" b="1"/>
            <a:t>Edges (Connections):</a:t>
          </a:r>
          <a:r>
            <a:rPr lang="en-GB"/>
            <a:t> Represent the relationships between them — for example, </a:t>
          </a:r>
          <a:r>
            <a:rPr lang="en-GB" i="1"/>
            <a:t>a user registers for a course</a:t>
          </a:r>
          <a:r>
            <a:rPr lang="en-GB"/>
            <a:t>, </a:t>
          </a:r>
          <a:r>
            <a:rPr lang="en-GB" i="1"/>
            <a:t>downloads a resource</a:t>
          </a:r>
          <a:r>
            <a:rPr lang="en-GB"/>
            <a:t>, or </a:t>
          </a:r>
          <a:r>
            <a:rPr lang="en-GB" i="1"/>
            <a:t>posts in a forum</a:t>
          </a:r>
          <a:r>
            <a:rPr lang="en-GB"/>
            <a:t>.</a:t>
          </a:r>
          <a:endParaRPr lang="en-US"/>
        </a:p>
      </dgm:t>
    </dgm:pt>
    <dgm:pt modelId="{743570B0-41E2-47CB-9291-60D24B688AD5}" type="parTrans" cxnId="{82F38F55-FD94-4CB7-8DFE-82B5C1185B54}">
      <dgm:prSet/>
      <dgm:spPr/>
      <dgm:t>
        <a:bodyPr/>
        <a:lstStyle/>
        <a:p>
          <a:endParaRPr lang="en-US"/>
        </a:p>
      </dgm:t>
    </dgm:pt>
    <dgm:pt modelId="{1ACF6211-756A-45B8-920D-C7D20C7BE7A8}" type="sibTrans" cxnId="{82F38F55-FD94-4CB7-8DFE-82B5C1185B54}">
      <dgm:prSet/>
      <dgm:spPr/>
      <dgm:t>
        <a:bodyPr/>
        <a:lstStyle/>
        <a:p>
          <a:endParaRPr lang="en-US"/>
        </a:p>
      </dgm:t>
    </dgm:pt>
    <dgm:pt modelId="{FCAAD6D2-1575-4957-9998-B52886493DD8}">
      <dgm:prSet/>
      <dgm:spPr/>
      <dgm:t>
        <a:bodyPr/>
        <a:lstStyle/>
        <a:p>
          <a:r>
            <a:rPr lang="en-GB"/>
            <a:t>Each </a:t>
          </a:r>
          <a:r>
            <a:rPr lang="en-GB" b="1"/>
            <a:t>node</a:t>
          </a:r>
          <a:r>
            <a:rPr lang="en-GB"/>
            <a:t> stores data about that entity, and each </a:t>
          </a:r>
          <a:r>
            <a:rPr lang="en-GB" b="1"/>
            <a:t>edge</a:t>
          </a:r>
          <a:r>
            <a:rPr lang="en-GB"/>
            <a:t> defines a directional or undirected relationship depending on the data context.</a:t>
          </a:r>
          <a:endParaRPr lang="en-US"/>
        </a:p>
      </dgm:t>
    </dgm:pt>
    <dgm:pt modelId="{F66E3493-6B52-49C0-AB87-1EB12AD43468}" type="parTrans" cxnId="{7C373238-398E-4DC6-AE65-AAC935BA3179}">
      <dgm:prSet/>
      <dgm:spPr/>
      <dgm:t>
        <a:bodyPr/>
        <a:lstStyle/>
        <a:p>
          <a:endParaRPr lang="en-US"/>
        </a:p>
      </dgm:t>
    </dgm:pt>
    <dgm:pt modelId="{AF1CD983-20C1-4852-B4E2-0D69582A577B}" type="sibTrans" cxnId="{7C373238-398E-4DC6-AE65-AAC935BA3179}">
      <dgm:prSet/>
      <dgm:spPr/>
      <dgm:t>
        <a:bodyPr/>
        <a:lstStyle/>
        <a:p>
          <a:endParaRPr lang="en-US"/>
        </a:p>
      </dgm:t>
    </dgm:pt>
    <dgm:pt modelId="{8204953D-493A-4599-9D2F-FAD96A3EE640}" type="pres">
      <dgm:prSet presAssocID="{71AAA04A-F3A4-4FE8-AB50-F15915D2C893}" presName="root" presStyleCnt="0">
        <dgm:presLayoutVars>
          <dgm:dir/>
          <dgm:resizeHandles val="exact"/>
        </dgm:presLayoutVars>
      </dgm:prSet>
      <dgm:spPr/>
    </dgm:pt>
    <dgm:pt modelId="{3E1BF3CF-5B4D-46AD-8982-F4978059A26E}" type="pres">
      <dgm:prSet presAssocID="{D72147C0-FAFA-4B5A-8AC0-016376C7C631}" presName="compNode" presStyleCnt="0"/>
      <dgm:spPr/>
    </dgm:pt>
    <dgm:pt modelId="{0E7E5C0B-6FA6-4689-8A11-CBC0AA071EFB}" type="pres">
      <dgm:prSet presAssocID="{D72147C0-FAFA-4B5A-8AC0-016376C7C631}" presName="bgRect" presStyleLbl="bgShp" presStyleIdx="0" presStyleCnt="4"/>
      <dgm:spPr/>
    </dgm:pt>
    <dgm:pt modelId="{8D538AC7-0A67-4F57-805E-D1008AE9DBEC}" type="pres">
      <dgm:prSet presAssocID="{D72147C0-FAFA-4B5A-8AC0-016376C7C631}"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nk"/>
        </a:ext>
      </dgm:extLst>
    </dgm:pt>
    <dgm:pt modelId="{57488788-717F-45FF-88F5-CFF475BC9A46}" type="pres">
      <dgm:prSet presAssocID="{D72147C0-FAFA-4B5A-8AC0-016376C7C631}" presName="spaceRect" presStyleCnt="0"/>
      <dgm:spPr/>
    </dgm:pt>
    <dgm:pt modelId="{E9801430-C961-48FE-9317-792C43FE47BF}" type="pres">
      <dgm:prSet presAssocID="{D72147C0-FAFA-4B5A-8AC0-016376C7C631}" presName="parTx" presStyleLbl="revTx" presStyleIdx="0" presStyleCnt="4">
        <dgm:presLayoutVars>
          <dgm:chMax val="0"/>
          <dgm:chPref val="0"/>
        </dgm:presLayoutVars>
      </dgm:prSet>
      <dgm:spPr/>
    </dgm:pt>
    <dgm:pt modelId="{E1E2801B-2623-47C9-895C-FA71285D5C02}" type="pres">
      <dgm:prSet presAssocID="{B43DB588-DA2F-419A-A41E-C237FD7F2F75}" presName="sibTrans" presStyleCnt="0"/>
      <dgm:spPr/>
    </dgm:pt>
    <dgm:pt modelId="{01D65207-B186-4647-9B3E-39902A29F669}" type="pres">
      <dgm:prSet presAssocID="{77543CDF-AC82-4D89-BDA6-271579C5E350}" presName="compNode" presStyleCnt="0"/>
      <dgm:spPr/>
    </dgm:pt>
    <dgm:pt modelId="{C94D754B-BBF0-48AE-A9FD-BACF4F2E0A8F}" type="pres">
      <dgm:prSet presAssocID="{77543CDF-AC82-4D89-BDA6-271579C5E350}" presName="bgRect" presStyleLbl="bgShp" presStyleIdx="1" presStyleCnt="4"/>
      <dgm:spPr/>
    </dgm:pt>
    <dgm:pt modelId="{356EE44D-024C-44DB-A4BF-F73EFA45F56E}" type="pres">
      <dgm:prSet presAssocID="{77543CDF-AC82-4D89-BDA6-271579C5E350}"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rawing Compass"/>
        </a:ext>
      </dgm:extLst>
    </dgm:pt>
    <dgm:pt modelId="{88959D01-7DB3-4768-B187-264B4AC5F3B9}" type="pres">
      <dgm:prSet presAssocID="{77543CDF-AC82-4D89-BDA6-271579C5E350}" presName="spaceRect" presStyleCnt="0"/>
      <dgm:spPr/>
    </dgm:pt>
    <dgm:pt modelId="{431C0698-4657-4C87-A269-D38B1D733559}" type="pres">
      <dgm:prSet presAssocID="{77543CDF-AC82-4D89-BDA6-271579C5E350}" presName="parTx" presStyleLbl="revTx" presStyleIdx="1" presStyleCnt="4">
        <dgm:presLayoutVars>
          <dgm:chMax val="0"/>
          <dgm:chPref val="0"/>
        </dgm:presLayoutVars>
      </dgm:prSet>
      <dgm:spPr/>
    </dgm:pt>
    <dgm:pt modelId="{7B639C8E-9EAA-4AB1-9EAC-73CC90369630}" type="pres">
      <dgm:prSet presAssocID="{2905BF4B-9E14-444B-BAE0-D8AB8B98FB59}" presName="sibTrans" presStyleCnt="0"/>
      <dgm:spPr/>
    </dgm:pt>
    <dgm:pt modelId="{79EB5EC0-36D0-495A-995A-D5BE0FCE97E9}" type="pres">
      <dgm:prSet presAssocID="{320726E1-A5AC-4F44-AF06-AAB012B0EB6F}" presName="compNode" presStyleCnt="0"/>
      <dgm:spPr/>
    </dgm:pt>
    <dgm:pt modelId="{95ECA681-D78A-4361-88A0-327DF0C2D5AD}" type="pres">
      <dgm:prSet presAssocID="{320726E1-A5AC-4F44-AF06-AAB012B0EB6F}" presName="bgRect" presStyleLbl="bgShp" presStyleIdx="2" presStyleCnt="4"/>
      <dgm:spPr/>
    </dgm:pt>
    <dgm:pt modelId="{B0118026-44CA-4359-A654-7F5172BE819E}" type="pres">
      <dgm:prSet presAssocID="{320726E1-A5AC-4F44-AF06-AAB012B0EB6F}"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User Network"/>
        </a:ext>
      </dgm:extLst>
    </dgm:pt>
    <dgm:pt modelId="{1AF512D9-206D-4C4E-93FF-DDCB3FFB67FA}" type="pres">
      <dgm:prSet presAssocID="{320726E1-A5AC-4F44-AF06-AAB012B0EB6F}" presName="spaceRect" presStyleCnt="0"/>
      <dgm:spPr/>
    </dgm:pt>
    <dgm:pt modelId="{EC113F14-6647-49F2-814F-2088BC395256}" type="pres">
      <dgm:prSet presAssocID="{320726E1-A5AC-4F44-AF06-AAB012B0EB6F}" presName="parTx" presStyleLbl="revTx" presStyleIdx="2" presStyleCnt="4">
        <dgm:presLayoutVars>
          <dgm:chMax val="0"/>
          <dgm:chPref val="0"/>
        </dgm:presLayoutVars>
      </dgm:prSet>
      <dgm:spPr/>
    </dgm:pt>
    <dgm:pt modelId="{929C9A5D-0AF7-4057-99C7-6669FF8153C3}" type="pres">
      <dgm:prSet presAssocID="{1ACF6211-756A-45B8-920D-C7D20C7BE7A8}" presName="sibTrans" presStyleCnt="0"/>
      <dgm:spPr/>
    </dgm:pt>
    <dgm:pt modelId="{B9A1179D-8515-45CD-949F-44237761106C}" type="pres">
      <dgm:prSet presAssocID="{FCAAD6D2-1575-4957-9998-B52886493DD8}" presName="compNode" presStyleCnt="0"/>
      <dgm:spPr/>
    </dgm:pt>
    <dgm:pt modelId="{BCD8204B-5558-45D8-B92C-06E47C9D9BF8}" type="pres">
      <dgm:prSet presAssocID="{FCAAD6D2-1575-4957-9998-B52886493DD8}" presName="bgRect" presStyleLbl="bgShp" presStyleIdx="3" presStyleCnt="4"/>
      <dgm:spPr/>
    </dgm:pt>
    <dgm:pt modelId="{5560DB5C-ECCD-47FA-B59E-ACC04B94DB1F}" type="pres">
      <dgm:prSet presAssocID="{FCAAD6D2-1575-4957-9998-B52886493DD8}"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Disconnected"/>
        </a:ext>
      </dgm:extLst>
    </dgm:pt>
    <dgm:pt modelId="{FBA498DB-6483-403E-96B3-6569AD47F4B4}" type="pres">
      <dgm:prSet presAssocID="{FCAAD6D2-1575-4957-9998-B52886493DD8}" presName="spaceRect" presStyleCnt="0"/>
      <dgm:spPr/>
    </dgm:pt>
    <dgm:pt modelId="{39935D7D-7976-47E9-9B35-E48466EA74AA}" type="pres">
      <dgm:prSet presAssocID="{FCAAD6D2-1575-4957-9998-B52886493DD8}" presName="parTx" presStyleLbl="revTx" presStyleIdx="3" presStyleCnt="4">
        <dgm:presLayoutVars>
          <dgm:chMax val="0"/>
          <dgm:chPref val="0"/>
        </dgm:presLayoutVars>
      </dgm:prSet>
      <dgm:spPr/>
    </dgm:pt>
  </dgm:ptLst>
  <dgm:cxnLst>
    <dgm:cxn modelId="{848E952A-A755-46D3-B6B4-AE39852A8FDB}" type="presOf" srcId="{FCAAD6D2-1575-4957-9998-B52886493DD8}" destId="{39935D7D-7976-47E9-9B35-E48466EA74AA}" srcOrd="0" destOrd="0" presId="urn:microsoft.com/office/officeart/2018/2/layout/IconVerticalSolidList"/>
    <dgm:cxn modelId="{7C373238-398E-4DC6-AE65-AAC935BA3179}" srcId="{71AAA04A-F3A4-4FE8-AB50-F15915D2C893}" destId="{FCAAD6D2-1575-4957-9998-B52886493DD8}" srcOrd="3" destOrd="0" parTransId="{F66E3493-6B52-49C0-AB87-1EB12AD43468}" sibTransId="{AF1CD983-20C1-4852-B4E2-0D69582A577B}"/>
    <dgm:cxn modelId="{6104B55F-06D5-4282-BC6D-3EBFBC3A7F52}" srcId="{71AAA04A-F3A4-4FE8-AB50-F15915D2C893}" destId="{D72147C0-FAFA-4B5A-8AC0-016376C7C631}" srcOrd="0" destOrd="0" parTransId="{921CD5D4-48A6-4D2C-B1C8-8BF06E276DA4}" sibTransId="{B43DB588-DA2F-419A-A41E-C237FD7F2F75}"/>
    <dgm:cxn modelId="{D141BC48-8F1C-4366-8678-11D0A69DBCDF}" srcId="{71AAA04A-F3A4-4FE8-AB50-F15915D2C893}" destId="{77543CDF-AC82-4D89-BDA6-271579C5E350}" srcOrd="1" destOrd="0" parTransId="{8AA46921-1B5B-460F-BC4C-CCECA8D594F3}" sibTransId="{2905BF4B-9E14-444B-BAE0-D8AB8B98FB59}"/>
    <dgm:cxn modelId="{D0F75D6D-210B-48D8-B593-70CB7C9C9225}" type="presOf" srcId="{D72147C0-FAFA-4B5A-8AC0-016376C7C631}" destId="{E9801430-C961-48FE-9317-792C43FE47BF}" srcOrd="0" destOrd="0" presId="urn:microsoft.com/office/officeart/2018/2/layout/IconVerticalSolidList"/>
    <dgm:cxn modelId="{82F38F55-FD94-4CB7-8DFE-82B5C1185B54}" srcId="{71AAA04A-F3A4-4FE8-AB50-F15915D2C893}" destId="{320726E1-A5AC-4F44-AF06-AAB012B0EB6F}" srcOrd="2" destOrd="0" parTransId="{743570B0-41E2-47CB-9291-60D24B688AD5}" sibTransId="{1ACF6211-756A-45B8-920D-C7D20C7BE7A8}"/>
    <dgm:cxn modelId="{EE3E0E58-9A86-4982-B99D-ED81AEA27B47}" type="presOf" srcId="{77543CDF-AC82-4D89-BDA6-271579C5E350}" destId="{431C0698-4657-4C87-A269-D38B1D733559}" srcOrd="0" destOrd="0" presId="urn:microsoft.com/office/officeart/2018/2/layout/IconVerticalSolidList"/>
    <dgm:cxn modelId="{E14FB4B4-3111-4D71-A450-FF7BC5FABCD1}" type="presOf" srcId="{71AAA04A-F3A4-4FE8-AB50-F15915D2C893}" destId="{8204953D-493A-4599-9D2F-FAD96A3EE640}" srcOrd="0" destOrd="0" presId="urn:microsoft.com/office/officeart/2018/2/layout/IconVerticalSolidList"/>
    <dgm:cxn modelId="{7B4820F3-EC38-4232-9B47-F635B867C562}" type="presOf" srcId="{320726E1-A5AC-4F44-AF06-AAB012B0EB6F}" destId="{EC113F14-6647-49F2-814F-2088BC395256}" srcOrd="0" destOrd="0" presId="urn:microsoft.com/office/officeart/2018/2/layout/IconVerticalSolidList"/>
    <dgm:cxn modelId="{A5A12C2D-D9B7-4521-B492-8E48ACC98FE9}" type="presParOf" srcId="{8204953D-493A-4599-9D2F-FAD96A3EE640}" destId="{3E1BF3CF-5B4D-46AD-8982-F4978059A26E}" srcOrd="0" destOrd="0" presId="urn:microsoft.com/office/officeart/2018/2/layout/IconVerticalSolidList"/>
    <dgm:cxn modelId="{04EAFEF7-A768-46B9-93AF-447E133185BD}" type="presParOf" srcId="{3E1BF3CF-5B4D-46AD-8982-F4978059A26E}" destId="{0E7E5C0B-6FA6-4689-8A11-CBC0AA071EFB}" srcOrd="0" destOrd="0" presId="urn:microsoft.com/office/officeart/2018/2/layout/IconVerticalSolidList"/>
    <dgm:cxn modelId="{F6AEBD8D-1A29-46EE-A03A-12BD595DD116}" type="presParOf" srcId="{3E1BF3CF-5B4D-46AD-8982-F4978059A26E}" destId="{8D538AC7-0A67-4F57-805E-D1008AE9DBEC}" srcOrd="1" destOrd="0" presId="urn:microsoft.com/office/officeart/2018/2/layout/IconVerticalSolidList"/>
    <dgm:cxn modelId="{EDD4A1C4-EBA2-4A30-B7F3-72F30B71BA8A}" type="presParOf" srcId="{3E1BF3CF-5B4D-46AD-8982-F4978059A26E}" destId="{57488788-717F-45FF-88F5-CFF475BC9A46}" srcOrd="2" destOrd="0" presId="urn:microsoft.com/office/officeart/2018/2/layout/IconVerticalSolidList"/>
    <dgm:cxn modelId="{0C35BC64-CEB8-4A8A-B790-FFCE395321FE}" type="presParOf" srcId="{3E1BF3CF-5B4D-46AD-8982-F4978059A26E}" destId="{E9801430-C961-48FE-9317-792C43FE47BF}" srcOrd="3" destOrd="0" presId="urn:microsoft.com/office/officeart/2018/2/layout/IconVerticalSolidList"/>
    <dgm:cxn modelId="{9052B55E-7D51-4233-B692-01BF3111E5A6}" type="presParOf" srcId="{8204953D-493A-4599-9D2F-FAD96A3EE640}" destId="{E1E2801B-2623-47C9-895C-FA71285D5C02}" srcOrd="1" destOrd="0" presId="urn:microsoft.com/office/officeart/2018/2/layout/IconVerticalSolidList"/>
    <dgm:cxn modelId="{06421BCA-581E-4689-9D2E-E1FE3C4C71F4}" type="presParOf" srcId="{8204953D-493A-4599-9D2F-FAD96A3EE640}" destId="{01D65207-B186-4647-9B3E-39902A29F669}" srcOrd="2" destOrd="0" presId="urn:microsoft.com/office/officeart/2018/2/layout/IconVerticalSolidList"/>
    <dgm:cxn modelId="{920DF956-4EA5-41BF-A575-CB576DFE210D}" type="presParOf" srcId="{01D65207-B186-4647-9B3E-39902A29F669}" destId="{C94D754B-BBF0-48AE-A9FD-BACF4F2E0A8F}" srcOrd="0" destOrd="0" presId="urn:microsoft.com/office/officeart/2018/2/layout/IconVerticalSolidList"/>
    <dgm:cxn modelId="{B3E53264-40E1-499C-B773-15A34FF401D6}" type="presParOf" srcId="{01D65207-B186-4647-9B3E-39902A29F669}" destId="{356EE44D-024C-44DB-A4BF-F73EFA45F56E}" srcOrd="1" destOrd="0" presId="urn:microsoft.com/office/officeart/2018/2/layout/IconVerticalSolidList"/>
    <dgm:cxn modelId="{D83E422F-A25A-446E-A39B-F59E84A354CB}" type="presParOf" srcId="{01D65207-B186-4647-9B3E-39902A29F669}" destId="{88959D01-7DB3-4768-B187-264B4AC5F3B9}" srcOrd="2" destOrd="0" presId="urn:microsoft.com/office/officeart/2018/2/layout/IconVerticalSolidList"/>
    <dgm:cxn modelId="{6068343F-4B6D-484E-A91E-6FE3AD325268}" type="presParOf" srcId="{01D65207-B186-4647-9B3E-39902A29F669}" destId="{431C0698-4657-4C87-A269-D38B1D733559}" srcOrd="3" destOrd="0" presId="urn:microsoft.com/office/officeart/2018/2/layout/IconVerticalSolidList"/>
    <dgm:cxn modelId="{55CC449E-C169-416D-99EC-ADF34C2B4B4A}" type="presParOf" srcId="{8204953D-493A-4599-9D2F-FAD96A3EE640}" destId="{7B639C8E-9EAA-4AB1-9EAC-73CC90369630}" srcOrd="3" destOrd="0" presId="urn:microsoft.com/office/officeart/2018/2/layout/IconVerticalSolidList"/>
    <dgm:cxn modelId="{C472E1E3-E555-4D6F-A40C-BA923E1A838F}" type="presParOf" srcId="{8204953D-493A-4599-9D2F-FAD96A3EE640}" destId="{79EB5EC0-36D0-495A-995A-D5BE0FCE97E9}" srcOrd="4" destOrd="0" presId="urn:microsoft.com/office/officeart/2018/2/layout/IconVerticalSolidList"/>
    <dgm:cxn modelId="{DF0F28A7-9109-4D5D-8E9A-81D18EE42710}" type="presParOf" srcId="{79EB5EC0-36D0-495A-995A-D5BE0FCE97E9}" destId="{95ECA681-D78A-4361-88A0-327DF0C2D5AD}" srcOrd="0" destOrd="0" presId="urn:microsoft.com/office/officeart/2018/2/layout/IconVerticalSolidList"/>
    <dgm:cxn modelId="{7AABF01A-298B-445D-ACF1-2371AB707078}" type="presParOf" srcId="{79EB5EC0-36D0-495A-995A-D5BE0FCE97E9}" destId="{B0118026-44CA-4359-A654-7F5172BE819E}" srcOrd="1" destOrd="0" presId="urn:microsoft.com/office/officeart/2018/2/layout/IconVerticalSolidList"/>
    <dgm:cxn modelId="{1BE9FFCC-2EDC-452F-9F60-6803C80E72D8}" type="presParOf" srcId="{79EB5EC0-36D0-495A-995A-D5BE0FCE97E9}" destId="{1AF512D9-206D-4C4E-93FF-DDCB3FFB67FA}" srcOrd="2" destOrd="0" presId="urn:microsoft.com/office/officeart/2018/2/layout/IconVerticalSolidList"/>
    <dgm:cxn modelId="{4C3B7408-74E3-4BFE-A0DA-41869F9B5D34}" type="presParOf" srcId="{79EB5EC0-36D0-495A-995A-D5BE0FCE97E9}" destId="{EC113F14-6647-49F2-814F-2088BC395256}" srcOrd="3" destOrd="0" presId="urn:microsoft.com/office/officeart/2018/2/layout/IconVerticalSolidList"/>
    <dgm:cxn modelId="{44BFA66D-48CE-40B5-80FB-F6FA2533D9E4}" type="presParOf" srcId="{8204953D-493A-4599-9D2F-FAD96A3EE640}" destId="{929C9A5D-0AF7-4057-99C7-6669FF8153C3}" srcOrd="5" destOrd="0" presId="urn:microsoft.com/office/officeart/2018/2/layout/IconVerticalSolidList"/>
    <dgm:cxn modelId="{7EC82AF4-08D4-46CF-8FA5-ACD8D9C42043}" type="presParOf" srcId="{8204953D-493A-4599-9D2F-FAD96A3EE640}" destId="{B9A1179D-8515-45CD-949F-44237761106C}" srcOrd="6" destOrd="0" presId="urn:microsoft.com/office/officeart/2018/2/layout/IconVerticalSolidList"/>
    <dgm:cxn modelId="{2ACDA88F-DAA7-452A-A2D4-C8C816F53AF6}" type="presParOf" srcId="{B9A1179D-8515-45CD-949F-44237761106C}" destId="{BCD8204B-5558-45D8-B92C-06E47C9D9BF8}" srcOrd="0" destOrd="0" presId="urn:microsoft.com/office/officeart/2018/2/layout/IconVerticalSolidList"/>
    <dgm:cxn modelId="{70C43FF8-B983-435F-A9B0-7AF6AE041258}" type="presParOf" srcId="{B9A1179D-8515-45CD-949F-44237761106C}" destId="{5560DB5C-ECCD-47FA-B59E-ACC04B94DB1F}" srcOrd="1" destOrd="0" presId="urn:microsoft.com/office/officeart/2018/2/layout/IconVerticalSolidList"/>
    <dgm:cxn modelId="{E4B7BBB1-2E5D-4E7E-A863-C3D5469EEA32}" type="presParOf" srcId="{B9A1179D-8515-45CD-949F-44237761106C}" destId="{FBA498DB-6483-403E-96B3-6569AD47F4B4}" srcOrd="2" destOrd="0" presId="urn:microsoft.com/office/officeart/2018/2/layout/IconVerticalSolidList"/>
    <dgm:cxn modelId="{5D7D5558-6FEE-4EF8-9930-213DEAA69DB3}" type="presParOf" srcId="{B9A1179D-8515-45CD-949F-44237761106C}" destId="{39935D7D-7976-47E9-9B35-E48466EA74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0C854AC-5204-4869-9B02-A6B837D474A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53A0C3D-8C6F-4CAD-836E-968261960F9A}">
      <dgm:prSet/>
      <dgm:spPr/>
      <dgm:t>
        <a:bodyPr/>
        <a:lstStyle/>
        <a:p>
          <a:r>
            <a:rPr lang="en-GB"/>
            <a:t>The </a:t>
          </a:r>
          <a:r>
            <a:rPr lang="en-GB" b="1"/>
            <a:t>Farm Node</a:t>
          </a:r>
          <a:r>
            <a:rPr lang="en-GB"/>
            <a:t> at the centre (if your graph uses that analogy) represents the </a:t>
          </a:r>
          <a:r>
            <a:rPr lang="en-GB" b="1"/>
            <a:t>main system root</a:t>
          </a:r>
          <a:r>
            <a:rPr lang="en-GB"/>
            <a:t> — UnganaConnect itself.</a:t>
          </a:r>
          <a:endParaRPr lang="en-US"/>
        </a:p>
      </dgm:t>
    </dgm:pt>
    <dgm:pt modelId="{955F754B-809C-4DD5-83D1-5988D603A99E}" type="parTrans" cxnId="{520971AC-07EF-4519-BA85-75CBC432222B}">
      <dgm:prSet/>
      <dgm:spPr/>
      <dgm:t>
        <a:bodyPr/>
        <a:lstStyle/>
        <a:p>
          <a:endParaRPr lang="en-US"/>
        </a:p>
      </dgm:t>
    </dgm:pt>
    <dgm:pt modelId="{65746794-F370-4024-B128-A861AE9724A7}" type="sibTrans" cxnId="{520971AC-07EF-4519-BA85-75CBC432222B}">
      <dgm:prSet/>
      <dgm:spPr/>
      <dgm:t>
        <a:bodyPr/>
        <a:lstStyle/>
        <a:p>
          <a:endParaRPr lang="en-US"/>
        </a:p>
      </dgm:t>
    </dgm:pt>
    <dgm:pt modelId="{17B40225-7499-49EA-8A18-E815F94B610F}">
      <dgm:prSet/>
      <dgm:spPr/>
      <dgm:t>
        <a:bodyPr/>
        <a:lstStyle/>
        <a:p>
          <a:r>
            <a:rPr lang="en-GB" b="1" dirty="0"/>
            <a:t>Sub-nodes</a:t>
          </a:r>
          <a:r>
            <a:rPr lang="en-GB" dirty="0"/>
            <a:t> like </a:t>
          </a:r>
          <a:r>
            <a:rPr lang="en-GB" i="1" dirty="0"/>
            <a:t>Training Portal</a:t>
          </a:r>
          <a:r>
            <a:rPr lang="en-GB" dirty="0"/>
            <a:t>, </a:t>
          </a:r>
          <a:r>
            <a:rPr lang="en-GB" i="1" dirty="0"/>
            <a:t>Knowledge Repository</a:t>
          </a:r>
          <a:r>
            <a:rPr lang="en-GB" dirty="0"/>
            <a:t>, </a:t>
          </a:r>
          <a:r>
            <a:rPr lang="en-GB" i="1" dirty="0"/>
            <a:t>Consultancy System</a:t>
          </a:r>
          <a:r>
            <a:rPr lang="en-GB" dirty="0"/>
            <a:t>, </a:t>
          </a:r>
          <a:r>
            <a:rPr lang="en-GB" i="1" dirty="0"/>
            <a:t>Event Management</a:t>
          </a:r>
          <a:r>
            <a:rPr lang="en-GB" dirty="0"/>
            <a:t>, </a:t>
          </a:r>
          <a:r>
            <a:rPr lang="en-GB" i="1" dirty="0"/>
            <a:t>Community Forum</a:t>
          </a:r>
          <a:r>
            <a:rPr lang="en-GB" dirty="0"/>
            <a:t>, and </a:t>
          </a:r>
          <a:r>
            <a:rPr lang="en-GB" i="1" dirty="0"/>
            <a:t>Impact Dashboard</a:t>
          </a:r>
          <a:r>
            <a:rPr lang="en-GB" dirty="0"/>
            <a:t> branch from it.</a:t>
          </a:r>
          <a:endParaRPr lang="en-US" dirty="0"/>
        </a:p>
      </dgm:t>
    </dgm:pt>
    <dgm:pt modelId="{0C5D9DAF-43C6-461B-A144-B21075F2EE41}" type="parTrans" cxnId="{FABBEA11-F962-4140-B606-DBF5162D11D3}">
      <dgm:prSet/>
      <dgm:spPr/>
      <dgm:t>
        <a:bodyPr/>
        <a:lstStyle/>
        <a:p>
          <a:endParaRPr lang="en-US"/>
        </a:p>
      </dgm:t>
    </dgm:pt>
    <dgm:pt modelId="{DE7C5A85-BD07-4D1A-8FC7-E8BF421958DA}" type="sibTrans" cxnId="{FABBEA11-F962-4140-B606-DBF5162D11D3}">
      <dgm:prSet/>
      <dgm:spPr/>
      <dgm:t>
        <a:bodyPr/>
        <a:lstStyle/>
        <a:p>
          <a:endParaRPr lang="en-US"/>
        </a:p>
      </dgm:t>
    </dgm:pt>
    <dgm:pt modelId="{87B5958E-75EB-4C77-8C06-3D81D6323926}">
      <dgm:prSet/>
      <dgm:spPr/>
      <dgm:t>
        <a:bodyPr/>
        <a:lstStyle/>
        <a:p>
          <a:r>
            <a:rPr lang="en-GB" dirty="0"/>
            <a:t>Each of these sub-nodes has </a:t>
          </a:r>
          <a:r>
            <a:rPr lang="en-GB" b="1" dirty="0"/>
            <a:t>connected entities</a:t>
          </a:r>
          <a:r>
            <a:rPr lang="en-GB" dirty="0"/>
            <a:t> — for example:</a:t>
          </a:r>
          <a:endParaRPr lang="en-US" dirty="0"/>
        </a:p>
      </dgm:t>
    </dgm:pt>
    <dgm:pt modelId="{07A17135-7491-499C-B31E-4771C0C86381}" type="parTrans" cxnId="{46BD6828-6E57-46DA-86FF-C03AC2E70B3C}">
      <dgm:prSet/>
      <dgm:spPr/>
      <dgm:t>
        <a:bodyPr/>
        <a:lstStyle/>
        <a:p>
          <a:endParaRPr lang="en-US"/>
        </a:p>
      </dgm:t>
    </dgm:pt>
    <dgm:pt modelId="{F727C289-57EE-444B-8519-02383F011156}" type="sibTrans" cxnId="{46BD6828-6E57-46DA-86FF-C03AC2E70B3C}">
      <dgm:prSet/>
      <dgm:spPr/>
      <dgm:t>
        <a:bodyPr/>
        <a:lstStyle/>
        <a:p>
          <a:endParaRPr lang="en-US"/>
        </a:p>
      </dgm:t>
    </dgm:pt>
    <dgm:pt modelId="{799D4C4C-74A6-4045-AD83-93CD19225C63}">
      <dgm:prSet/>
      <dgm:spPr/>
      <dgm:t>
        <a:bodyPr/>
        <a:lstStyle/>
        <a:p>
          <a:r>
            <a:rPr lang="en-GB" i="1"/>
            <a:t>Training Portal → Courses → Videos → Quizzes → Certificates</a:t>
          </a:r>
          <a:endParaRPr lang="en-US"/>
        </a:p>
      </dgm:t>
    </dgm:pt>
    <dgm:pt modelId="{D053FFDF-A1C2-4475-BC81-77A4EDFF4302}" type="parTrans" cxnId="{C58814C3-420E-43FD-91A9-A1ED5DB4E1C3}">
      <dgm:prSet/>
      <dgm:spPr/>
      <dgm:t>
        <a:bodyPr/>
        <a:lstStyle/>
        <a:p>
          <a:endParaRPr lang="en-US"/>
        </a:p>
      </dgm:t>
    </dgm:pt>
    <dgm:pt modelId="{5336973A-03CE-42D8-BA2E-BA9AF8A18A90}" type="sibTrans" cxnId="{C58814C3-420E-43FD-91A9-A1ED5DB4E1C3}">
      <dgm:prSet/>
      <dgm:spPr/>
      <dgm:t>
        <a:bodyPr/>
        <a:lstStyle/>
        <a:p>
          <a:endParaRPr lang="en-US"/>
        </a:p>
      </dgm:t>
    </dgm:pt>
    <dgm:pt modelId="{0AA251D4-4B63-4166-83F5-88816FB5A94D}">
      <dgm:prSet/>
      <dgm:spPr/>
      <dgm:t>
        <a:bodyPr/>
        <a:lstStyle/>
        <a:p>
          <a:r>
            <a:rPr lang="en-GB" i="1"/>
            <a:t>Knowledge Repository → Documents → Categories → Downloads</a:t>
          </a:r>
          <a:endParaRPr lang="en-US"/>
        </a:p>
      </dgm:t>
    </dgm:pt>
    <dgm:pt modelId="{89945B21-52FC-4785-8FA6-93CEAF8E4175}" type="parTrans" cxnId="{331D8B5F-BE3C-42AC-B64E-10620A0BFFB4}">
      <dgm:prSet/>
      <dgm:spPr/>
      <dgm:t>
        <a:bodyPr/>
        <a:lstStyle/>
        <a:p>
          <a:endParaRPr lang="en-US"/>
        </a:p>
      </dgm:t>
    </dgm:pt>
    <dgm:pt modelId="{9DACA630-6ECB-49C0-AA4C-0C254EF67F09}" type="sibTrans" cxnId="{331D8B5F-BE3C-42AC-B64E-10620A0BFFB4}">
      <dgm:prSet/>
      <dgm:spPr/>
      <dgm:t>
        <a:bodyPr/>
        <a:lstStyle/>
        <a:p>
          <a:endParaRPr lang="en-US"/>
        </a:p>
      </dgm:t>
    </dgm:pt>
    <dgm:pt modelId="{7830BD3A-C413-4EAD-9CF6-5B3E9D524FEE}">
      <dgm:prSet/>
      <dgm:spPr/>
      <dgm:t>
        <a:bodyPr/>
        <a:lstStyle/>
        <a:p>
          <a:r>
            <a:rPr lang="en-GB" i="1" dirty="0"/>
            <a:t>Community Forum → Threads → Replies → Members</a:t>
          </a:r>
          <a:endParaRPr lang="en-US" dirty="0"/>
        </a:p>
      </dgm:t>
    </dgm:pt>
    <dgm:pt modelId="{2621DC2D-234F-4040-B9D7-9288972BF1FD}" type="parTrans" cxnId="{6173094C-1446-4CAB-8C2A-9F95A93CEF86}">
      <dgm:prSet/>
      <dgm:spPr/>
      <dgm:t>
        <a:bodyPr/>
        <a:lstStyle/>
        <a:p>
          <a:endParaRPr lang="en-US"/>
        </a:p>
      </dgm:t>
    </dgm:pt>
    <dgm:pt modelId="{CD9495A6-BC8C-4055-B8DA-C74BCEBDDE8A}" type="sibTrans" cxnId="{6173094C-1446-4CAB-8C2A-9F95A93CEF86}">
      <dgm:prSet/>
      <dgm:spPr/>
      <dgm:t>
        <a:bodyPr/>
        <a:lstStyle/>
        <a:p>
          <a:endParaRPr lang="en-US"/>
        </a:p>
      </dgm:t>
    </dgm:pt>
    <dgm:pt modelId="{88AD0F12-75B9-47D2-AAAD-3F5C3DD43280}">
      <dgm:prSet/>
      <dgm:spPr/>
      <dgm:t>
        <a:bodyPr/>
        <a:lstStyle/>
        <a:p>
          <a:r>
            <a:rPr lang="en-GB"/>
            <a:t>These edges indicate </a:t>
          </a:r>
          <a:r>
            <a:rPr lang="en-GB" b="1"/>
            <a:t>dependencies and interactions</a:t>
          </a:r>
          <a:r>
            <a:rPr lang="en-GB"/>
            <a:t> — showing that, for example, a course may depend on multiple video lessons, or a forum thread may have multiple user replies.</a:t>
          </a:r>
          <a:endParaRPr lang="en-US"/>
        </a:p>
      </dgm:t>
    </dgm:pt>
    <dgm:pt modelId="{82C91257-A80C-41DC-BCFA-F99B8A636A67}" type="parTrans" cxnId="{189250FA-8BEF-4208-B711-D043464B1EF2}">
      <dgm:prSet/>
      <dgm:spPr/>
      <dgm:t>
        <a:bodyPr/>
        <a:lstStyle/>
        <a:p>
          <a:endParaRPr lang="en-US"/>
        </a:p>
      </dgm:t>
    </dgm:pt>
    <dgm:pt modelId="{CA172453-5D88-4B04-9EE8-3CE910C8460C}" type="sibTrans" cxnId="{189250FA-8BEF-4208-B711-D043464B1EF2}">
      <dgm:prSet/>
      <dgm:spPr/>
      <dgm:t>
        <a:bodyPr/>
        <a:lstStyle/>
        <a:p>
          <a:endParaRPr lang="en-US"/>
        </a:p>
      </dgm:t>
    </dgm:pt>
    <dgm:pt modelId="{9639C1C8-00C4-46A4-A7AC-FED7E9770DE9}" type="pres">
      <dgm:prSet presAssocID="{40C854AC-5204-4869-9B02-A6B837D474AE}" presName="root" presStyleCnt="0">
        <dgm:presLayoutVars>
          <dgm:dir/>
          <dgm:resizeHandles val="exact"/>
        </dgm:presLayoutVars>
      </dgm:prSet>
      <dgm:spPr/>
    </dgm:pt>
    <dgm:pt modelId="{F42D92AC-2098-45C9-93DC-0780F95B9DF1}" type="pres">
      <dgm:prSet presAssocID="{253A0C3D-8C6F-4CAD-836E-968261960F9A}" presName="compNode" presStyleCnt="0"/>
      <dgm:spPr/>
    </dgm:pt>
    <dgm:pt modelId="{DE0FEDC7-36F9-473B-B924-5F2FAF9EFAB5}" type="pres">
      <dgm:prSet presAssocID="{253A0C3D-8C6F-4CAD-836E-968261960F9A}" presName="bgRect" presStyleLbl="bgShp" presStyleIdx="0" presStyleCnt="4"/>
      <dgm:spPr/>
    </dgm:pt>
    <dgm:pt modelId="{23212AD0-CDDA-4E7E-88F8-E38C5242427B}" type="pres">
      <dgm:prSet presAssocID="{253A0C3D-8C6F-4CAD-836E-968261960F9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Diagram"/>
        </a:ext>
      </dgm:extLst>
    </dgm:pt>
    <dgm:pt modelId="{08F42BD8-94F1-4060-AA36-5A4D3803A53C}" type="pres">
      <dgm:prSet presAssocID="{253A0C3D-8C6F-4CAD-836E-968261960F9A}" presName="spaceRect" presStyleCnt="0"/>
      <dgm:spPr/>
    </dgm:pt>
    <dgm:pt modelId="{A02BBEAF-8F3C-4090-ACDE-B3CA844BD800}" type="pres">
      <dgm:prSet presAssocID="{253A0C3D-8C6F-4CAD-836E-968261960F9A}" presName="parTx" presStyleLbl="revTx" presStyleIdx="0" presStyleCnt="5">
        <dgm:presLayoutVars>
          <dgm:chMax val="0"/>
          <dgm:chPref val="0"/>
        </dgm:presLayoutVars>
      </dgm:prSet>
      <dgm:spPr/>
    </dgm:pt>
    <dgm:pt modelId="{BA82612E-6E36-496E-A0BF-611454B5EE3C}" type="pres">
      <dgm:prSet presAssocID="{65746794-F370-4024-B128-A861AE9724A7}" presName="sibTrans" presStyleCnt="0"/>
      <dgm:spPr/>
    </dgm:pt>
    <dgm:pt modelId="{F6B335E1-0628-4B97-AFF2-CE1B75B4270D}" type="pres">
      <dgm:prSet presAssocID="{17B40225-7499-49EA-8A18-E815F94B610F}" presName="compNode" presStyleCnt="0"/>
      <dgm:spPr/>
    </dgm:pt>
    <dgm:pt modelId="{FF83265E-A8B2-4F10-AA1B-43D24CE1B1B6}" type="pres">
      <dgm:prSet presAssocID="{17B40225-7499-49EA-8A18-E815F94B610F}" presName="bgRect" presStyleLbl="bgShp" presStyleIdx="1" presStyleCnt="4"/>
      <dgm:spPr/>
    </dgm:pt>
    <dgm:pt modelId="{B6C75832-394D-4482-B945-D3F18C6AC5AB}" type="pres">
      <dgm:prSet presAssocID="{17B40225-7499-49EA-8A18-E815F94B610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0971882E-DE74-47F7-85F9-7DF795914803}" type="pres">
      <dgm:prSet presAssocID="{17B40225-7499-49EA-8A18-E815F94B610F}" presName="spaceRect" presStyleCnt="0"/>
      <dgm:spPr/>
    </dgm:pt>
    <dgm:pt modelId="{07D99F15-7090-4989-82D7-206B5380F23F}" type="pres">
      <dgm:prSet presAssocID="{17B40225-7499-49EA-8A18-E815F94B610F}" presName="parTx" presStyleLbl="revTx" presStyleIdx="1" presStyleCnt="5">
        <dgm:presLayoutVars>
          <dgm:chMax val="0"/>
          <dgm:chPref val="0"/>
        </dgm:presLayoutVars>
      </dgm:prSet>
      <dgm:spPr/>
    </dgm:pt>
    <dgm:pt modelId="{2DF3F6C2-3ECF-4B8A-A15C-919F41B44416}" type="pres">
      <dgm:prSet presAssocID="{DE7C5A85-BD07-4D1A-8FC7-E8BF421958DA}" presName="sibTrans" presStyleCnt="0"/>
      <dgm:spPr/>
    </dgm:pt>
    <dgm:pt modelId="{8C17206A-29FF-4FF0-B26C-D31377881595}" type="pres">
      <dgm:prSet presAssocID="{87B5958E-75EB-4C77-8C06-3D81D6323926}" presName="compNode" presStyleCnt="0"/>
      <dgm:spPr/>
    </dgm:pt>
    <dgm:pt modelId="{EC7ED746-4879-494E-90E5-E5FA2C8AA5AC}" type="pres">
      <dgm:prSet presAssocID="{87B5958E-75EB-4C77-8C06-3D81D6323926}" presName="bgRect" presStyleLbl="bgShp" presStyleIdx="2" presStyleCnt="4" custScaleY="239013"/>
      <dgm:spPr/>
    </dgm:pt>
    <dgm:pt modelId="{8E2CAC40-3DE7-4537-B185-7F5FA9A6D7E0}" type="pres">
      <dgm:prSet presAssocID="{87B5958E-75EB-4C77-8C06-3D81D632392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B2EC5137-D060-48D0-ACC7-3344EA8BE687}" type="pres">
      <dgm:prSet presAssocID="{87B5958E-75EB-4C77-8C06-3D81D6323926}" presName="spaceRect" presStyleCnt="0"/>
      <dgm:spPr/>
    </dgm:pt>
    <dgm:pt modelId="{06F71599-CE0F-4455-AAC6-A99F16C71A7D}" type="pres">
      <dgm:prSet presAssocID="{87B5958E-75EB-4C77-8C06-3D81D6323926}" presName="parTx" presStyleLbl="revTx" presStyleIdx="2" presStyleCnt="5">
        <dgm:presLayoutVars>
          <dgm:chMax val="0"/>
          <dgm:chPref val="0"/>
        </dgm:presLayoutVars>
      </dgm:prSet>
      <dgm:spPr/>
    </dgm:pt>
    <dgm:pt modelId="{FD443197-5698-45D0-B21A-4897A6F5384A}" type="pres">
      <dgm:prSet presAssocID="{87B5958E-75EB-4C77-8C06-3D81D6323926}" presName="desTx" presStyleLbl="revTx" presStyleIdx="3" presStyleCnt="5">
        <dgm:presLayoutVars/>
      </dgm:prSet>
      <dgm:spPr/>
    </dgm:pt>
    <dgm:pt modelId="{04F6C47C-1702-430A-B9FF-88648BF5AAB9}" type="pres">
      <dgm:prSet presAssocID="{F727C289-57EE-444B-8519-02383F011156}" presName="sibTrans" presStyleCnt="0"/>
      <dgm:spPr/>
    </dgm:pt>
    <dgm:pt modelId="{F0B32F52-85AD-4A24-B8CD-D47C79D52678}" type="pres">
      <dgm:prSet presAssocID="{88AD0F12-75B9-47D2-AAAD-3F5C3DD43280}" presName="compNode" presStyleCnt="0"/>
      <dgm:spPr/>
    </dgm:pt>
    <dgm:pt modelId="{6CB69117-C0AF-4A7F-9912-A3DB722C2900}" type="pres">
      <dgm:prSet presAssocID="{88AD0F12-75B9-47D2-AAAD-3F5C3DD43280}" presName="bgRect" presStyleLbl="bgShp" presStyleIdx="3" presStyleCnt="4"/>
      <dgm:spPr/>
    </dgm:pt>
    <dgm:pt modelId="{F0CB0EAB-4053-49C8-A7FA-664934DDFE38}" type="pres">
      <dgm:prSet presAssocID="{88AD0F12-75B9-47D2-AAAD-3F5C3DD4328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ard Room"/>
        </a:ext>
      </dgm:extLst>
    </dgm:pt>
    <dgm:pt modelId="{5E5D0784-130B-4FB8-9F0C-CB4DDBA66413}" type="pres">
      <dgm:prSet presAssocID="{88AD0F12-75B9-47D2-AAAD-3F5C3DD43280}" presName="spaceRect" presStyleCnt="0"/>
      <dgm:spPr/>
    </dgm:pt>
    <dgm:pt modelId="{58B26FD6-E3AE-457E-8F50-37CBB08706FE}" type="pres">
      <dgm:prSet presAssocID="{88AD0F12-75B9-47D2-AAAD-3F5C3DD43280}" presName="parTx" presStyleLbl="revTx" presStyleIdx="4" presStyleCnt="5">
        <dgm:presLayoutVars>
          <dgm:chMax val="0"/>
          <dgm:chPref val="0"/>
        </dgm:presLayoutVars>
      </dgm:prSet>
      <dgm:spPr/>
    </dgm:pt>
  </dgm:ptLst>
  <dgm:cxnLst>
    <dgm:cxn modelId="{FABBEA11-F962-4140-B606-DBF5162D11D3}" srcId="{40C854AC-5204-4869-9B02-A6B837D474AE}" destId="{17B40225-7499-49EA-8A18-E815F94B610F}" srcOrd="1" destOrd="0" parTransId="{0C5D9DAF-43C6-461B-A144-B21075F2EE41}" sibTransId="{DE7C5A85-BD07-4D1A-8FC7-E8BF421958DA}"/>
    <dgm:cxn modelId="{EA0E1917-9E8C-4485-84B5-A2738D05B467}" type="presOf" srcId="{88AD0F12-75B9-47D2-AAAD-3F5C3DD43280}" destId="{58B26FD6-E3AE-457E-8F50-37CBB08706FE}" srcOrd="0" destOrd="0" presId="urn:microsoft.com/office/officeart/2018/2/layout/IconVerticalSolidList"/>
    <dgm:cxn modelId="{46BD6828-6E57-46DA-86FF-C03AC2E70B3C}" srcId="{40C854AC-5204-4869-9B02-A6B837D474AE}" destId="{87B5958E-75EB-4C77-8C06-3D81D6323926}" srcOrd="2" destOrd="0" parTransId="{07A17135-7491-499C-B31E-4771C0C86381}" sibTransId="{F727C289-57EE-444B-8519-02383F011156}"/>
    <dgm:cxn modelId="{B23CCF3E-EDD2-46C5-9AAD-BF736403A061}" type="presOf" srcId="{0AA251D4-4B63-4166-83F5-88816FB5A94D}" destId="{FD443197-5698-45D0-B21A-4897A6F5384A}" srcOrd="0" destOrd="1" presId="urn:microsoft.com/office/officeart/2018/2/layout/IconVerticalSolidList"/>
    <dgm:cxn modelId="{331D8B5F-BE3C-42AC-B64E-10620A0BFFB4}" srcId="{87B5958E-75EB-4C77-8C06-3D81D6323926}" destId="{0AA251D4-4B63-4166-83F5-88816FB5A94D}" srcOrd="1" destOrd="0" parTransId="{89945B21-52FC-4785-8FA6-93CEAF8E4175}" sibTransId="{9DACA630-6ECB-49C0-AA4C-0C254EF67F09}"/>
    <dgm:cxn modelId="{2C004D49-35FF-4A36-8004-F9660BC41261}" type="presOf" srcId="{799D4C4C-74A6-4045-AD83-93CD19225C63}" destId="{FD443197-5698-45D0-B21A-4897A6F5384A}" srcOrd="0" destOrd="0" presId="urn:microsoft.com/office/officeart/2018/2/layout/IconVerticalSolidList"/>
    <dgm:cxn modelId="{BFF7496A-4C48-4830-B5F3-58EDD13DB8EC}" type="presOf" srcId="{17B40225-7499-49EA-8A18-E815F94B610F}" destId="{07D99F15-7090-4989-82D7-206B5380F23F}" srcOrd="0" destOrd="0" presId="urn:microsoft.com/office/officeart/2018/2/layout/IconVerticalSolidList"/>
    <dgm:cxn modelId="{6173094C-1446-4CAB-8C2A-9F95A93CEF86}" srcId="{87B5958E-75EB-4C77-8C06-3D81D6323926}" destId="{7830BD3A-C413-4EAD-9CF6-5B3E9D524FEE}" srcOrd="2" destOrd="0" parTransId="{2621DC2D-234F-4040-B9D7-9288972BF1FD}" sibTransId="{CD9495A6-BC8C-4055-B8DA-C74BCEBDDE8A}"/>
    <dgm:cxn modelId="{6076F09D-BEB9-4211-9133-012C62EA859A}" type="presOf" srcId="{7830BD3A-C413-4EAD-9CF6-5B3E9D524FEE}" destId="{FD443197-5698-45D0-B21A-4897A6F5384A}" srcOrd="0" destOrd="2" presId="urn:microsoft.com/office/officeart/2018/2/layout/IconVerticalSolidList"/>
    <dgm:cxn modelId="{B035AAA4-8081-4299-94C7-CDC674E10634}" type="presOf" srcId="{40C854AC-5204-4869-9B02-A6B837D474AE}" destId="{9639C1C8-00C4-46A4-A7AC-FED7E9770DE9}" srcOrd="0" destOrd="0" presId="urn:microsoft.com/office/officeart/2018/2/layout/IconVerticalSolidList"/>
    <dgm:cxn modelId="{520971AC-07EF-4519-BA85-75CBC432222B}" srcId="{40C854AC-5204-4869-9B02-A6B837D474AE}" destId="{253A0C3D-8C6F-4CAD-836E-968261960F9A}" srcOrd="0" destOrd="0" parTransId="{955F754B-809C-4DD5-83D1-5988D603A99E}" sibTransId="{65746794-F370-4024-B128-A861AE9724A7}"/>
    <dgm:cxn modelId="{C94DB4BF-E835-41B5-9DED-9D973D2FF0BD}" type="presOf" srcId="{253A0C3D-8C6F-4CAD-836E-968261960F9A}" destId="{A02BBEAF-8F3C-4090-ACDE-B3CA844BD800}" srcOrd="0" destOrd="0" presId="urn:microsoft.com/office/officeart/2018/2/layout/IconVerticalSolidList"/>
    <dgm:cxn modelId="{C58814C3-420E-43FD-91A9-A1ED5DB4E1C3}" srcId="{87B5958E-75EB-4C77-8C06-3D81D6323926}" destId="{799D4C4C-74A6-4045-AD83-93CD19225C63}" srcOrd="0" destOrd="0" parTransId="{D053FFDF-A1C2-4475-BC81-77A4EDFF4302}" sibTransId="{5336973A-03CE-42D8-BA2E-BA9AF8A18A90}"/>
    <dgm:cxn modelId="{986EC2DC-F35D-4F65-9DE0-39ABDE5C97C4}" type="presOf" srcId="{87B5958E-75EB-4C77-8C06-3D81D6323926}" destId="{06F71599-CE0F-4455-AAC6-A99F16C71A7D}" srcOrd="0" destOrd="0" presId="urn:microsoft.com/office/officeart/2018/2/layout/IconVerticalSolidList"/>
    <dgm:cxn modelId="{189250FA-8BEF-4208-B711-D043464B1EF2}" srcId="{40C854AC-5204-4869-9B02-A6B837D474AE}" destId="{88AD0F12-75B9-47D2-AAAD-3F5C3DD43280}" srcOrd="3" destOrd="0" parTransId="{82C91257-A80C-41DC-BCFA-F99B8A636A67}" sibTransId="{CA172453-5D88-4B04-9EE8-3CE910C8460C}"/>
    <dgm:cxn modelId="{DE593D5F-CE43-4384-B7D2-445CEB82CE66}" type="presParOf" srcId="{9639C1C8-00C4-46A4-A7AC-FED7E9770DE9}" destId="{F42D92AC-2098-45C9-93DC-0780F95B9DF1}" srcOrd="0" destOrd="0" presId="urn:microsoft.com/office/officeart/2018/2/layout/IconVerticalSolidList"/>
    <dgm:cxn modelId="{8934D5BA-90E8-4C36-B056-5BF2E35B7671}" type="presParOf" srcId="{F42D92AC-2098-45C9-93DC-0780F95B9DF1}" destId="{DE0FEDC7-36F9-473B-B924-5F2FAF9EFAB5}" srcOrd="0" destOrd="0" presId="urn:microsoft.com/office/officeart/2018/2/layout/IconVerticalSolidList"/>
    <dgm:cxn modelId="{80040A14-6AAC-45C5-B807-BC32D0875175}" type="presParOf" srcId="{F42D92AC-2098-45C9-93DC-0780F95B9DF1}" destId="{23212AD0-CDDA-4E7E-88F8-E38C5242427B}" srcOrd="1" destOrd="0" presId="urn:microsoft.com/office/officeart/2018/2/layout/IconVerticalSolidList"/>
    <dgm:cxn modelId="{D8676082-1E85-4F1C-BAC3-D92E15752CB4}" type="presParOf" srcId="{F42D92AC-2098-45C9-93DC-0780F95B9DF1}" destId="{08F42BD8-94F1-4060-AA36-5A4D3803A53C}" srcOrd="2" destOrd="0" presId="urn:microsoft.com/office/officeart/2018/2/layout/IconVerticalSolidList"/>
    <dgm:cxn modelId="{C7016ADD-8CB6-4DEF-973A-68FAE7C46E6B}" type="presParOf" srcId="{F42D92AC-2098-45C9-93DC-0780F95B9DF1}" destId="{A02BBEAF-8F3C-4090-ACDE-B3CA844BD800}" srcOrd="3" destOrd="0" presId="urn:microsoft.com/office/officeart/2018/2/layout/IconVerticalSolidList"/>
    <dgm:cxn modelId="{74B4E4AA-13C1-445D-B982-69BADA0AF427}" type="presParOf" srcId="{9639C1C8-00C4-46A4-A7AC-FED7E9770DE9}" destId="{BA82612E-6E36-496E-A0BF-611454B5EE3C}" srcOrd="1" destOrd="0" presId="urn:microsoft.com/office/officeart/2018/2/layout/IconVerticalSolidList"/>
    <dgm:cxn modelId="{C017C4F8-8C89-4FC2-A346-0138D762ED3E}" type="presParOf" srcId="{9639C1C8-00C4-46A4-A7AC-FED7E9770DE9}" destId="{F6B335E1-0628-4B97-AFF2-CE1B75B4270D}" srcOrd="2" destOrd="0" presId="urn:microsoft.com/office/officeart/2018/2/layout/IconVerticalSolidList"/>
    <dgm:cxn modelId="{C574C02D-A245-4CA7-ABE2-2B08C027547A}" type="presParOf" srcId="{F6B335E1-0628-4B97-AFF2-CE1B75B4270D}" destId="{FF83265E-A8B2-4F10-AA1B-43D24CE1B1B6}" srcOrd="0" destOrd="0" presId="urn:microsoft.com/office/officeart/2018/2/layout/IconVerticalSolidList"/>
    <dgm:cxn modelId="{77D62C03-FDD3-4BE4-9C36-824FF63E6A09}" type="presParOf" srcId="{F6B335E1-0628-4B97-AFF2-CE1B75B4270D}" destId="{B6C75832-394D-4482-B945-D3F18C6AC5AB}" srcOrd="1" destOrd="0" presId="urn:microsoft.com/office/officeart/2018/2/layout/IconVerticalSolidList"/>
    <dgm:cxn modelId="{0434B5F9-11E6-4CA5-85E2-FBBF52BEB448}" type="presParOf" srcId="{F6B335E1-0628-4B97-AFF2-CE1B75B4270D}" destId="{0971882E-DE74-47F7-85F9-7DF795914803}" srcOrd="2" destOrd="0" presId="urn:microsoft.com/office/officeart/2018/2/layout/IconVerticalSolidList"/>
    <dgm:cxn modelId="{CC477149-2C5A-4B8B-9680-A29907681090}" type="presParOf" srcId="{F6B335E1-0628-4B97-AFF2-CE1B75B4270D}" destId="{07D99F15-7090-4989-82D7-206B5380F23F}" srcOrd="3" destOrd="0" presId="urn:microsoft.com/office/officeart/2018/2/layout/IconVerticalSolidList"/>
    <dgm:cxn modelId="{7A6EB0EE-08E2-4DBD-90B0-0CA059F8DEAA}" type="presParOf" srcId="{9639C1C8-00C4-46A4-A7AC-FED7E9770DE9}" destId="{2DF3F6C2-3ECF-4B8A-A15C-919F41B44416}" srcOrd="3" destOrd="0" presId="urn:microsoft.com/office/officeart/2018/2/layout/IconVerticalSolidList"/>
    <dgm:cxn modelId="{483AAFBC-32A4-4444-8477-E1CBA7A77C16}" type="presParOf" srcId="{9639C1C8-00C4-46A4-A7AC-FED7E9770DE9}" destId="{8C17206A-29FF-4FF0-B26C-D31377881595}" srcOrd="4" destOrd="0" presId="urn:microsoft.com/office/officeart/2018/2/layout/IconVerticalSolidList"/>
    <dgm:cxn modelId="{902EFA9A-8597-4B54-9B91-F926A57C1DC5}" type="presParOf" srcId="{8C17206A-29FF-4FF0-B26C-D31377881595}" destId="{EC7ED746-4879-494E-90E5-E5FA2C8AA5AC}" srcOrd="0" destOrd="0" presId="urn:microsoft.com/office/officeart/2018/2/layout/IconVerticalSolidList"/>
    <dgm:cxn modelId="{1339F3CD-27E0-4EF7-B11E-6DA51CFF6B4F}" type="presParOf" srcId="{8C17206A-29FF-4FF0-B26C-D31377881595}" destId="{8E2CAC40-3DE7-4537-B185-7F5FA9A6D7E0}" srcOrd="1" destOrd="0" presId="urn:microsoft.com/office/officeart/2018/2/layout/IconVerticalSolidList"/>
    <dgm:cxn modelId="{EFF1C6EB-14B7-4C51-8B32-8808B2578CCF}" type="presParOf" srcId="{8C17206A-29FF-4FF0-B26C-D31377881595}" destId="{B2EC5137-D060-48D0-ACC7-3344EA8BE687}" srcOrd="2" destOrd="0" presId="urn:microsoft.com/office/officeart/2018/2/layout/IconVerticalSolidList"/>
    <dgm:cxn modelId="{7FB1074E-E79D-4046-88A3-0877D7771AD5}" type="presParOf" srcId="{8C17206A-29FF-4FF0-B26C-D31377881595}" destId="{06F71599-CE0F-4455-AAC6-A99F16C71A7D}" srcOrd="3" destOrd="0" presId="urn:microsoft.com/office/officeart/2018/2/layout/IconVerticalSolidList"/>
    <dgm:cxn modelId="{5184271D-D5F2-4848-A4FF-E4D7CF53E947}" type="presParOf" srcId="{8C17206A-29FF-4FF0-B26C-D31377881595}" destId="{FD443197-5698-45D0-B21A-4897A6F5384A}" srcOrd="4" destOrd="0" presId="urn:microsoft.com/office/officeart/2018/2/layout/IconVerticalSolidList"/>
    <dgm:cxn modelId="{61898521-ACB5-42EF-BA2A-EBCB305D810C}" type="presParOf" srcId="{9639C1C8-00C4-46A4-A7AC-FED7E9770DE9}" destId="{04F6C47C-1702-430A-B9FF-88648BF5AAB9}" srcOrd="5" destOrd="0" presId="urn:microsoft.com/office/officeart/2018/2/layout/IconVerticalSolidList"/>
    <dgm:cxn modelId="{B8069F96-D5B5-48C1-B5FE-E0184D0839D0}" type="presParOf" srcId="{9639C1C8-00C4-46A4-A7AC-FED7E9770DE9}" destId="{F0B32F52-85AD-4A24-B8CD-D47C79D52678}" srcOrd="6" destOrd="0" presId="urn:microsoft.com/office/officeart/2018/2/layout/IconVerticalSolidList"/>
    <dgm:cxn modelId="{F7B5D42E-49E9-4179-963D-98DB37266777}" type="presParOf" srcId="{F0B32F52-85AD-4A24-B8CD-D47C79D52678}" destId="{6CB69117-C0AF-4A7F-9912-A3DB722C2900}" srcOrd="0" destOrd="0" presId="urn:microsoft.com/office/officeart/2018/2/layout/IconVerticalSolidList"/>
    <dgm:cxn modelId="{446B8F28-3B0C-4CD2-A07D-76CA91DE1AB6}" type="presParOf" srcId="{F0B32F52-85AD-4A24-B8CD-D47C79D52678}" destId="{F0CB0EAB-4053-49C8-A7FA-664934DDFE38}" srcOrd="1" destOrd="0" presId="urn:microsoft.com/office/officeart/2018/2/layout/IconVerticalSolidList"/>
    <dgm:cxn modelId="{B164C348-15FE-4766-AE89-E57C0B236ECF}" type="presParOf" srcId="{F0B32F52-85AD-4A24-B8CD-D47C79D52678}" destId="{5E5D0784-130B-4FB8-9F0C-CB4DDBA66413}" srcOrd="2" destOrd="0" presId="urn:microsoft.com/office/officeart/2018/2/layout/IconVerticalSolidList"/>
    <dgm:cxn modelId="{ACDEB5D9-42E3-46CD-A99E-5A9C2EFF3A7D}" type="presParOf" srcId="{F0B32F52-85AD-4A24-B8CD-D47C79D52678}" destId="{58B26FD6-E3AE-457E-8F50-37CBB08706F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12D2F0-1D72-4647-9607-B0E5D0E1B7FF}"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9CE5D83D-766F-40E3-896C-D6ABDF4DF614}">
      <dgm:prSet/>
      <dgm:spPr/>
      <dgm:t>
        <a:bodyPr/>
        <a:lstStyle/>
        <a:p>
          <a:pPr>
            <a:lnSpc>
              <a:spcPct val="100000"/>
            </a:lnSpc>
          </a:pPr>
          <a:r>
            <a:rPr lang="en-ZA"/>
            <a:t>This UML diagram represents the structural design of the UnganaConnect system.</a:t>
          </a:r>
          <a:endParaRPr lang="en-US" dirty="0"/>
        </a:p>
      </dgm:t>
    </dgm:pt>
    <dgm:pt modelId="{011CED94-0AEF-4CF5-A809-CC776EF07FBD}" type="parTrans" cxnId="{F8504B5E-DDEC-49FF-8B85-96CF84B0581C}">
      <dgm:prSet/>
      <dgm:spPr/>
      <dgm:t>
        <a:bodyPr/>
        <a:lstStyle/>
        <a:p>
          <a:endParaRPr lang="en-US"/>
        </a:p>
      </dgm:t>
    </dgm:pt>
    <dgm:pt modelId="{6A0B535F-8B4A-4291-852A-A8FB439EA4B1}" type="sibTrans" cxnId="{F8504B5E-DDEC-49FF-8B85-96CF84B0581C}">
      <dgm:prSet/>
      <dgm:spPr/>
      <dgm:t>
        <a:bodyPr/>
        <a:lstStyle/>
        <a:p>
          <a:endParaRPr lang="en-US"/>
        </a:p>
      </dgm:t>
    </dgm:pt>
    <dgm:pt modelId="{8A76933A-9266-40FC-9D10-A1740D116ED2}">
      <dgm:prSet/>
      <dgm:spPr/>
      <dgm:t>
        <a:bodyPr/>
        <a:lstStyle/>
        <a:p>
          <a:pPr>
            <a:lnSpc>
              <a:spcPct val="100000"/>
            </a:lnSpc>
          </a:pPr>
          <a:r>
            <a:rPr lang="en-ZA"/>
            <a:t>Each box in the diagram represents a class or entity within the system.</a:t>
          </a:r>
          <a:endParaRPr lang="en-US" dirty="0"/>
        </a:p>
      </dgm:t>
    </dgm:pt>
    <dgm:pt modelId="{AD92666D-42AB-4FAA-BD00-529EF0833CD1}" type="parTrans" cxnId="{58276FFF-1B67-4381-A238-873D565CAC69}">
      <dgm:prSet/>
      <dgm:spPr/>
      <dgm:t>
        <a:bodyPr/>
        <a:lstStyle/>
        <a:p>
          <a:endParaRPr lang="en-US"/>
        </a:p>
      </dgm:t>
    </dgm:pt>
    <dgm:pt modelId="{75BDDD40-E758-4E11-9F4E-B58BA2B81830}" type="sibTrans" cxnId="{58276FFF-1B67-4381-A238-873D565CAC69}">
      <dgm:prSet/>
      <dgm:spPr/>
      <dgm:t>
        <a:bodyPr/>
        <a:lstStyle/>
        <a:p>
          <a:endParaRPr lang="en-US"/>
        </a:p>
      </dgm:t>
    </dgm:pt>
    <dgm:pt modelId="{B8136533-0192-4847-B78C-D4B20869D855}">
      <dgm:prSet/>
      <dgm:spPr/>
      <dgm:t>
        <a:bodyPr/>
        <a:lstStyle/>
        <a:p>
          <a:pPr>
            <a:lnSpc>
              <a:spcPct val="100000"/>
            </a:lnSpc>
          </a:pPr>
          <a:r>
            <a:rPr lang="en-ZA"/>
            <a:t>The attributes inside each class define the type of data stored (e.g., UserID, CourseName, EventDate).</a:t>
          </a:r>
          <a:endParaRPr lang="en-US"/>
        </a:p>
      </dgm:t>
    </dgm:pt>
    <dgm:pt modelId="{D39FA8E6-DC95-4956-B6EA-97BF7CC9739F}" type="parTrans" cxnId="{A64F244A-CE49-4673-A8AC-4F70A5F1DE11}">
      <dgm:prSet/>
      <dgm:spPr/>
      <dgm:t>
        <a:bodyPr/>
        <a:lstStyle/>
        <a:p>
          <a:endParaRPr lang="en-US"/>
        </a:p>
      </dgm:t>
    </dgm:pt>
    <dgm:pt modelId="{B15400B0-42F4-4F83-BE73-6B59D5F081AC}" type="sibTrans" cxnId="{A64F244A-CE49-4673-A8AC-4F70A5F1DE11}">
      <dgm:prSet/>
      <dgm:spPr/>
      <dgm:t>
        <a:bodyPr/>
        <a:lstStyle/>
        <a:p>
          <a:endParaRPr lang="en-US"/>
        </a:p>
      </dgm:t>
    </dgm:pt>
    <dgm:pt modelId="{5AC101BB-3E97-4D52-BD0E-845E1F8CD775}">
      <dgm:prSet/>
      <dgm:spPr/>
      <dgm:t>
        <a:bodyPr/>
        <a:lstStyle/>
        <a:p>
          <a:pPr>
            <a:lnSpc>
              <a:spcPct val="100000"/>
            </a:lnSpc>
          </a:pPr>
          <a:r>
            <a:rPr lang="en-ZA"/>
            <a:t>The connectors between classes represent relationships such as:</a:t>
          </a:r>
          <a:endParaRPr lang="en-US" dirty="0"/>
        </a:p>
      </dgm:t>
    </dgm:pt>
    <dgm:pt modelId="{2D8D73DC-479D-404D-8161-9CC1029EA583}" type="sibTrans" cxnId="{EAF8304B-2FE0-49B3-B217-73DB4FAAF057}">
      <dgm:prSet/>
      <dgm:spPr/>
      <dgm:t>
        <a:bodyPr/>
        <a:lstStyle/>
        <a:p>
          <a:endParaRPr lang="en-US"/>
        </a:p>
      </dgm:t>
    </dgm:pt>
    <dgm:pt modelId="{6C387301-6C5E-405C-8696-AD343E9EAF84}" type="parTrans" cxnId="{EAF8304B-2FE0-49B3-B217-73DB4FAAF057}">
      <dgm:prSet/>
      <dgm:spPr/>
      <dgm:t>
        <a:bodyPr/>
        <a:lstStyle/>
        <a:p>
          <a:endParaRPr lang="en-US"/>
        </a:p>
      </dgm:t>
    </dgm:pt>
    <dgm:pt modelId="{020B3CCD-E3A0-4E0F-B831-E58E654A14F9}">
      <dgm:prSet/>
      <dgm:spPr/>
      <dgm:t>
        <a:bodyPr/>
        <a:lstStyle/>
        <a:p>
          <a:pPr>
            <a:lnSpc>
              <a:spcPct val="100000"/>
            </a:lnSpc>
          </a:pPr>
          <a:r>
            <a:rPr lang="en-ZA"/>
            <a:t>One-to-many: One user can enrol in many courses.</a:t>
          </a:r>
          <a:endParaRPr lang="en-US" dirty="0"/>
        </a:p>
      </dgm:t>
    </dgm:pt>
    <dgm:pt modelId="{6F5A7273-A246-468F-870F-91BD4DAB6CDE}" type="sibTrans" cxnId="{F42F8529-7BF9-42E0-846A-E44FEB2DFE41}">
      <dgm:prSet/>
      <dgm:spPr/>
      <dgm:t>
        <a:bodyPr/>
        <a:lstStyle/>
        <a:p>
          <a:endParaRPr lang="en-US"/>
        </a:p>
      </dgm:t>
    </dgm:pt>
    <dgm:pt modelId="{8AAA33CD-D881-4F43-A003-34FB924A0767}" type="parTrans" cxnId="{F42F8529-7BF9-42E0-846A-E44FEB2DFE41}">
      <dgm:prSet/>
      <dgm:spPr/>
      <dgm:t>
        <a:bodyPr/>
        <a:lstStyle/>
        <a:p>
          <a:endParaRPr lang="en-US"/>
        </a:p>
      </dgm:t>
    </dgm:pt>
    <dgm:pt modelId="{7E8FD3A7-789A-4164-9C58-05059F6CC22A}">
      <dgm:prSet/>
      <dgm:spPr/>
      <dgm:t>
        <a:bodyPr/>
        <a:lstStyle/>
        <a:p>
          <a:pPr>
            <a:lnSpc>
              <a:spcPct val="100000"/>
            </a:lnSpc>
          </a:pPr>
          <a:r>
            <a:rPr lang="en-ZA"/>
            <a:t>Many-to-many: Users can attend multiple events and contribute to multiple discussions.</a:t>
          </a:r>
          <a:endParaRPr lang="en-US" dirty="0"/>
        </a:p>
      </dgm:t>
    </dgm:pt>
    <dgm:pt modelId="{56B91DB2-B015-4B9A-854C-07FFB3EDDCC3}" type="sibTrans" cxnId="{488B2CF9-7A88-4ACE-A0D7-559ED13284D3}">
      <dgm:prSet/>
      <dgm:spPr/>
      <dgm:t>
        <a:bodyPr/>
        <a:lstStyle/>
        <a:p>
          <a:endParaRPr lang="en-US"/>
        </a:p>
      </dgm:t>
    </dgm:pt>
    <dgm:pt modelId="{C865F42A-5952-4D72-A5F7-DC4AE22DC0C1}" type="parTrans" cxnId="{488B2CF9-7A88-4ACE-A0D7-559ED13284D3}">
      <dgm:prSet/>
      <dgm:spPr/>
      <dgm:t>
        <a:bodyPr/>
        <a:lstStyle/>
        <a:p>
          <a:endParaRPr lang="en-US"/>
        </a:p>
      </dgm:t>
    </dgm:pt>
    <dgm:pt modelId="{704B55DC-2B26-4C5F-8668-D67E3DC85E06}">
      <dgm:prSet/>
      <dgm:spPr/>
      <dgm:t>
        <a:bodyPr/>
        <a:lstStyle/>
        <a:p>
          <a:pPr>
            <a:lnSpc>
              <a:spcPct val="100000"/>
            </a:lnSpc>
          </a:pPr>
          <a:r>
            <a:rPr lang="en-ZA"/>
            <a:t>This diagram helps in:</a:t>
          </a:r>
          <a:endParaRPr lang="en-US"/>
        </a:p>
      </dgm:t>
    </dgm:pt>
    <dgm:pt modelId="{5CDB4B0B-7F08-4185-9AC7-628B6C2E7D4B}" type="sibTrans" cxnId="{7DE85952-8421-4EA4-A1D3-EA2DC46AEE5D}">
      <dgm:prSet/>
      <dgm:spPr/>
      <dgm:t>
        <a:bodyPr/>
        <a:lstStyle/>
        <a:p>
          <a:endParaRPr lang="en-US"/>
        </a:p>
      </dgm:t>
    </dgm:pt>
    <dgm:pt modelId="{9783DFD4-5003-4CFA-9E7A-9DD7DD29257F}" type="parTrans" cxnId="{7DE85952-8421-4EA4-A1D3-EA2DC46AEE5D}">
      <dgm:prSet/>
      <dgm:spPr/>
      <dgm:t>
        <a:bodyPr/>
        <a:lstStyle/>
        <a:p>
          <a:endParaRPr lang="en-US"/>
        </a:p>
      </dgm:t>
    </dgm:pt>
    <dgm:pt modelId="{3591CE9B-E345-4AED-98CE-BBBD3BEBD2F8}">
      <dgm:prSet/>
      <dgm:spPr/>
      <dgm:t>
        <a:bodyPr/>
        <a:lstStyle/>
        <a:p>
          <a:pPr>
            <a:lnSpc>
              <a:spcPct val="100000"/>
            </a:lnSpc>
          </a:pPr>
          <a:r>
            <a:rPr lang="en-ZA"/>
            <a:t>Understanding how data models interact.</a:t>
          </a:r>
          <a:endParaRPr lang="en-US" dirty="0"/>
        </a:p>
      </dgm:t>
    </dgm:pt>
    <dgm:pt modelId="{E4E6D235-7A0E-4FA1-9C95-F0D3DC37403B}" type="sibTrans" cxnId="{CD1B0CBE-14E9-4B46-8A98-32B211ED48E8}">
      <dgm:prSet/>
      <dgm:spPr/>
      <dgm:t>
        <a:bodyPr/>
        <a:lstStyle/>
        <a:p>
          <a:endParaRPr lang="en-US"/>
        </a:p>
      </dgm:t>
    </dgm:pt>
    <dgm:pt modelId="{CF52F4A0-4965-4D64-9026-D592FAD51EDB}" type="parTrans" cxnId="{CD1B0CBE-14E9-4B46-8A98-32B211ED48E8}">
      <dgm:prSet/>
      <dgm:spPr/>
      <dgm:t>
        <a:bodyPr/>
        <a:lstStyle/>
        <a:p>
          <a:endParaRPr lang="en-US"/>
        </a:p>
      </dgm:t>
    </dgm:pt>
    <dgm:pt modelId="{10EB1CF2-BBA0-4FAD-BA42-0EC3A4060623}">
      <dgm:prSet/>
      <dgm:spPr/>
      <dgm:t>
        <a:bodyPr/>
        <a:lstStyle/>
        <a:p>
          <a:pPr>
            <a:lnSpc>
              <a:spcPct val="100000"/>
            </a:lnSpc>
          </a:pPr>
          <a:r>
            <a:rPr lang="en-ZA"/>
            <a:t>Identifying relationships for foreign keys in the database schema.</a:t>
          </a:r>
          <a:endParaRPr lang="en-US" dirty="0"/>
        </a:p>
      </dgm:t>
    </dgm:pt>
    <dgm:pt modelId="{C89046C2-C706-4905-930D-07F8A0FADDFC}" type="sibTrans" cxnId="{2E45865E-5296-4218-A6D9-26C52C853C05}">
      <dgm:prSet/>
      <dgm:spPr/>
      <dgm:t>
        <a:bodyPr/>
        <a:lstStyle/>
        <a:p>
          <a:endParaRPr lang="en-US"/>
        </a:p>
      </dgm:t>
    </dgm:pt>
    <dgm:pt modelId="{2995F638-AB38-40EF-A071-1FE80A7F606A}" type="parTrans" cxnId="{2E45865E-5296-4218-A6D9-26C52C853C05}">
      <dgm:prSet/>
      <dgm:spPr/>
      <dgm:t>
        <a:bodyPr/>
        <a:lstStyle/>
        <a:p>
          <a:endParaRPr lang="en-US"/>
        </a:p>
      </dgm:t>
    </dgm:pt>
    <dgm:pt modelId="{80E87B3A-543F-4139-ADB7-79381532A989}">
      <dgm:prSet/>
      <dgm:spPr/>
      <dgm:t>
        <a:bodyPr/>
        <a:lstStyle/>
        <a:p>
          <a:pPr>
            <a:lnSpc>
              <a:spcPct val="100000"/>
            </a:lnSpc>
          </a:pPr>
          <a:r>
            <a:rPr lang="en-ZA"/>
            <a:t>Maintaining data consistency between modules like Training, Forum, and Events.</a:t>
          </a:r>
          <a:endParaRPr lang="en-US"/>
        </a:p>
      </dgm:t>
    </dgm:pt>
    <dgm:pt modelId="{444D3640-078B-4D32-8CF3-01A5501EC9D6}" type="sibTrans" cxnId="{3F5ED39E-2EBE-4A30-8F94-7C84CC5B8A8C}">
      <dgm:prSet/>
      <dgm:spPr/>
      <dgm:t>
        <a:bodyPr/>
        <a:lstStyle/>
        <a:p>
          <a:endParaRPr lang="en-US"/>
        </a:p>
      </dgm:t>
    </dgm:pt>
    <dgm:pt modelId="{59AE8C96-8C51-43C3-8EFE-879CA400164A}" type="parTrans" cxnId="{3F5ED39E-2EBE-4A30-8F94-7C84CC5B8A8C}">
      <dgm:prSet/>
      <dgm:spPr/>
      <dgm:t>
        <a:bodyPr/>
        <a:lstStyle/>
        <a:p>
          <a:endParaRPr lang="en-US"/>
        </a:p>
      </dgm:t>
    </dgm:pt>
    <dgm:pt modelId="{EFE0C510-723A-420F-BF0F-6129B47FD995}" type="pres">
      <dgm:prSet presAssocID="{DA12D2F0-1D72-4647-9607-B0E5D0E1B7FF}" presName="Name0" presStyleCnt="0">
        <dgm:presLayoutVars>
          <dgm:dir/>
          <dgm:resizeHandles val="exact"/>
        </dgm:presLayoutVars>
      </dgm:prSet>
      <dgm:spPr/>
    </dgm:pt>
    <dgm:pt modelId="{C3EFAD9A-878F-450D-8C4A-9A8067F8CAC2}" type="pres">
      <dgm:prSet presAssocID="{9CE5D83D-766F-40E3-896C-D6ABDF4DF614}" presName="node" presStyleLbl="node1" presStyleIdx="0" presStyleCnt="5">
        <dgm:presLayoutVars>
          <dgm:bulletEnabled val="1"/>
        </dgm:presLayoutVars>
      </dgm:prSet>
      <dgm:spPr/>
    </dgm:pt>
    <dgm:pt modelId="{DE23C063-BDB0-4336-A7EC-97328F15F38B}" type="pres">
      <dgm:prSet presAssocID="{6A0B535F-8B4A-4291-852A-A8FB439EA4B1}" presName="sibTrans" presStyleLbl="sibTrans1D1" presStyleIdx="0" presStyleCnt="4"/>
      <dgm:spPr/>
    </dgm:pt>
    <dgm:pt modelId="{8FE854FB-21E1-4EB8-9780-D3F2799B1171}" type="pres">
      <dgm:prSet presAssocID="{6A0B535F-8B4A-4291-852A-A8FB439EA4B1}" presName="connectorText" presStyleLbl="sibTrans1D1" presStyleIdx="0" presStyleCnt="4"/>
      <dgm:spPr/>
    </dgm:pt>
    <dgm:pt modelId="{57BC03D4-0915-4C05-B9C2-99DBE17D11D6}" type="pres">
      <dgm:prSet presAssocID="{8A76933A-9266-40FC-9D10-A1740D116ED2}" presName="node" presStyleLbl="node1" presStyleIdx="1" presStyleCnt="5">
        <dgm:presLayoutVars>
          <dgm:bulletEnabled val="1"/>
        </dgm:presLayoutVars>
      </dgm:prSet>
      <dgm:spPr/>
    </dgm:pt>
    <dgm:pt modelId="{469237CF-73A4-4519-BD64-B58F42F7A0E8}" type="pres">
      <dgm:prSet presAssocID="{75BDDD40-E758-4E11-9F4E-B58BA2B81830}" presName="sibTrans" presStyleLbl="sibTrans1D1" presStyleIdx="1" presStyleCnt="4"/>
      <dgm:spPr/>
    </dgm:pt>
    <dgm:pt modelId="{4AC67708-A1AB-4F50-A592-36AF71427D73}" type="pres">
      <dgm:prSet presAssocID="{75BDDD40-E758-4E11-9F4E-B58BA2B81830}" presName="connectorText" presStyleLbl="sibTrans1D1" presStyleIdx="1" presStyleCnt="4"/>
      <dgm:spPr/>
    </dgm:pt>
    <dgm:pt modelId="{7079E886-8CED-43FC-A807-0423AE064AE9}" type="pres">
      <dgm:prSet presAssocID="{B8136533-0192-4847-B78C-D4B20869D855}" presName="node" presStyleLbl="node1" presStyleIdx="2" presStyleCnt="5">
        <dgm:presLayoutVars>
          <dgm:bulletEnabled val="1"/>
        </dgm:presLayoutVars>
      </dgm:prSet>
      <dgm:spPr/>
    </dgm:pt>
    <dgm:pt modelId="{3571FDBA-7748-4E23-98B6-7BA9442EFC41}" type="pres">
      <dgm:prSet presAssocID="{B15400B0-42F4-4F83-BE73-6B59D5F081AC}" presName="sibTrans" presStyleLbl="sibTrans1D1" presStyleIdx="2" presStyleCnt="4"/>
      <dgm:spPr/>
    </dgm:pt>
    <dgm:pt modelId="{213FA2ED-C861-4219-9F2D-62003777B02B}" type="pres">
      <dgm:prSet presAssocID="{B15400B0-42F4-4F83-BE73-6B59D5F081AC}" presName="connectorText" presStyleLbl="sibTrans1D1" presStyleIdx="2" presStyleCnt="4"/>
      <dgm:spPr/>
    </dgm:pt>
    <dgm:pt modelId="{D26F9C5A-0FF8-4350-A8B4-CA5DA9487236}" type="pres">
      <dgm:prSet presAssocID="{5AC101BB-3E97-4D52-BD0E-845E1F8CD775}" presName="node" presStyleLbl="node1" presStyleIdx="3" presStyleCnt="5">
        <dgm:presLayoutVars>
          <dgm:bulletEnabled val="1"/>
        </dgm:presLayoutVars>
      </dgm:prSet>
      <dgm:spPr/>
    </dgm:pt>
    <dgm:pt modelId="{CE2C6414-921C-4F4B-92EF-B8A3A2C15027}" type="pres">
      <dgm:prSet presAssocID="{2D8D73DC-479D-404D-8161-9CC1029EA583}" presName="sibTrans" presStyleLbl="sibTrans1D1" presStyleIdx="3" presStyleCnt="4"/>
      <dgm:spPr/>
    </dgm:pt>
    <dgm:pt modelId="{53A072AB-84ED-4AE6-B0B0-F5C77FD46F0D}" type="pres">
      <dgm:prSet presAssocID="{2D8D73DC-479D-404D-8161-9CC1029EA583}" presName="connectorText" presStyleLbl="sibTrans1D1" presStyleIdx="3" presStyleCnt="4"/>
      <dgm:spPr/>
    </dgm:pt>
    <dgm:pt modelId="{9062B819-9150-4BD3-BBFB-E7BEAE25B367}" type="pres">
      <dgm:prSet presAssocID="{704B55DC-2B26-4C5F-8668-D67E3DC85E06}" presName="node" presStyleLbl="node1" presStyleIdx="4" presStyleCnt="5">
        <dgm:presLayoutVars>
          <dgm:bulletEnabled val="1"/>
        </dgm:presLayoutVars>
      </dgm:prSet>
      <dgm:spPr/>
    </dgm:pt>
  </dgm:ptLst>
  <dgm:cxnLst>
    <dgm:cxn modelId="{D5741809-EA8B-43B2-91FC-8245C8E9433F}" type="presOf" srcId="{020B3CCD-E3A0-4E0F-B831-E58E654A14F9}" destId="{D26F9C5A-0FF8-4350-A8B4-CA5DA9487236}" srcOrd="0" destOrd="1" presId="urn:microsoft.com/office/officeart/2016/7/layout/RepeatingBendingProcessNew"/>
    <dgm:cxn modelId="{325D7714-1260-4501-8949-668B14B5324F}" type="presOf" srcId="{75BDDD40-E758-4E11-9F4E-B58BA2B81830}" destId="{4AC67708-A1AB-4F50-A592-36AF71427D73}" srcOrd="1" destOrd="0" presId="urn:microsoft.com/office/officeart/2016/7/layout/RepeatingBendingProcessNew"/>
    <dgm:cxn modelId="{EA6CD61E-B5F7-4638-9065-662EE17CCE83}" type="presOf" srcId="{B15400B0-42F4-4F83-BE73-6B59D5F081AC}" destId="{213FA2ED-C861-4219-9F2D-62003777B02B}" srcOrd="1" destOrd="0" presId="urn:microsoft.com/office/officeart/2016/7/layout/RepeatingBendingProcessNew"/>
    <dgm:cxn modelId="{32E4CD21-D900-4C1B-B19B-0F063A9B9EE5}" type="presOf" srcId="{704B55DC-2B26-4C5F-8668-D67E3DC85E06}" destId="{9062B819-9150-4BD3-BBFB-E7BEAE25B367}" srcOrd="0" destOrd="0" presId="urn:microsoft.com/office/officeart/2016/7/layout/RepeatingBendingProcessNew"/>
    <dgm:cxn modelId="{7C291024-BF17-4631-8904-01095481763A}" type="presOf" srcId="{10EB1CF2-BBA0-4FAD-BA42-0EC3A4060623}" destId="{9062B819-9150-4BD3-BBFB-E7BEAE25B367}" srcOrd="0" destOrd="2" presId="urn:microsoft.com/office/officeart/2016/7/layout/RepeatingBendingProcessNew"/>
    <dgm:cxn modelId="{F42F8529-7BF9-42E0-846A-E44FEB2DFE41}" srcId="{5AC101BB-3E97-4D52-BD0E-845E1F8CD775}" destId="{020B3CCD-E3A0-4E0F-B831-E58E654A14F9}" srcOrd="0" destOrd="0" parTransId="{8AAA33CD-D881-4F43-A003-34FB924A0767}" sibTransId="{6F5A7273-A246-468F-870F-91BD4DAB6CDE}"/>
    <dgm:cxn modelId="{30A3512B-954E-428E-B417-7D54952CE5F8}" type="presOf" srcId="{75BDDD40-E758-4E11-9F4E-B58BA2B81830}" destId="{469237CF-73A4-4519-BD64-B58F42F7A0E8}" srcOrd="0" destOrd="0" presId="urn:microsoft.com/office/officeart/2016/7/layout/RepeatingBendingProcessNew"/>
    <dgm:cxn modelId="{982F5D34-5191-40A3-9AC5-5101942CB51A}" type="presOf" srcId="{6A0B535F-8B4A-4291-852A-A8FB439EA4B1}" destId="{DE23C063-BDB0-4336-A7EC-97328F15F38B}" srcOrd="0" destOrd="0" presId="urn:microsoft.com/office/officeart/2016/7/layout/RepeatingBendingProcessNew"/>
    <dgm:cxn modelId="{F8504B5E-DDEC-49FF-8B85-96CF84B0581C}" srcId="{DA12D2F0-1D72-4647-9607-B0E5D0E1B7FF}" destId="{9CE5D83D-766F-40E3-896C-D6ABDF4DF614}" srcOrd="0" destOrd="0" parTransId="{011CED94-0AEF-4CF5-A809-CC776EF07FBD}" sibTransId="{6A0B535F-8B4A-4291-852A-A8FB439EA4B1}"/>
    <dgm:cxn modelId="{2E45865E-5296-4218-A6D9-26C52C853C05}" srcId="{704B55DC-2B26-4C5F-8668-D67E3DC85E06}" destId="{10EB1CF2-BBA0-4FAD-BA42-0EC3A4060623}" srcOrd="1" destOrd="0" parTransId="{2995F638-AB38-40EF-A071-1FE80A7F606A}" sibTransId="{C89046C2-C706-4905-930D-07F8A0FADDFC}"/>
    <dgm:cxn modelId="{A64F244A-CE49-4673-A8AC-4F70A5F1DE11}" srcId="{DA12D2F0-1D72-4647-9607-B0E5D0E1B7FF}" destId="{B8136533-0192-4847-B78C-D4B20869D855}" srcOrd="2" destOrd="0" parTransId="{D39FA8E6-DC95-4956-B6EA-97BF7CC9739F}" sibTransId="{B15400B0-42F4-4F83-BE73-6B59D5F081AC}"/>
    <dgm:cxn modelId="{EAF8304B-2FE0-49B3-B217-73DB4FAAF057}" srcId="{DA12D2F0-1D72-4647-9607-B0E5D0E1B7FF}" destId="{5AC101BB-3E97-4D52-BD0E-845E1F8CD775}" srcOrd="3" destOrd="0" parTransId="{6C387301-6C5E-405C-8696-AD343E9EAF84}" sibTransId="{2D8D73DC-479D-404D-8161-9CC1029EA583}"/>
    <dgm:cxn modelId="{09F92151-E07F-49EA-9B8F-DEE148A643A3}" type="presOf" srcId="{2D8D73DC-479D-404D-8161-9CC1029EA583}" destId="{53A072AB-84ED-4AE6-B0B0-F5C77FD46F0D}" srcOrd="1" destOrd="0" presId="urn:microsoft.com/office/officeart/2016/7/layout/RepeatingBendingProcessNew"/>
    <dgm:cxn modelId="{7DE85952-8421-4EA4-A1D3-EA2DC46AEE5D}" srcId="{DA12D2F0-1D72-4647-9607-B0E5D0E1B7FF}" destId="{704B55DC-2B26-4C5F-8668-D67E3DC85E06}" srcOrd="4" destOrd="0" parTransId="{9783DFD4-5003-4CFA-9E7A-9DD7DD29257F}" sibTransId="{5CDB4B0B-7F08-4185-9AC7-628B6C2E7D4B}"/>
    <dgm:cxn modelId="{26EABF5A-B260-4EA4-BAFD-B6C55DA13E30}" type="presOf" srcId="{9CE5D83D-766F-40E3-896C-D6ABDF4DF614}" destId="{C3EFAD9A-878F-450D-8C4A-9A8067F8CAC2}" srcOrd="0" destOrd="0" presId="urn:microsoft.com/office/officeart/2016/7/layout/RepeatingBendingProcessNew"/>
    <dgm:cxn modelId="{749D3885-DD3A-4E4A-AB12-1E4DDDB4363B}" type="presOf" srcId="{80E87B3A-543F-4139-ADB7-79381532A989}" destId="{9062B819-9150-4BD3-BBFB-E7BEAE25B367}" srcOrd="0" destOrd="3" presId="urn:microsoft.com/office/officeart/2016/7/layout/RepeatingBendingProcessNew"/>
    <dgm:cxn modelId="{DB816D85-1224-446A-BF40-B8A1D3C7A715}" type="presOf" srcId="{7E8FD3A7-789A-4164-9C58-05059F6CC22A}" destId="{D26F9C5A-0FF8-4350-A8B4-CA5DA9487236}" srcOrd="0" destOrd="2" presId="urn:microsoft.com/office/officeart/2016/7/layout/RepeatingBendingProcessNew"/>
    <dgm:cxn modelId="{B1BFD38D-357B-4488-ABF5-2FC744C371CC}" type="presOf" srcId="{8A76933A-9266-40FC-9D10-A1740D116ED2}" destId="{57BC03D4-0915-4C05-B9C2-99DBE17D11D6}" srcOrd="0" destOrd="0" presId="urn:microsoft.com/office/officeart/2016/7/layout/RepeatingBendingProcessNew"/>
    <dgm:cxn modelId="{3F5ED39E-2EBE-4A30-8F94-7C84CC5B8A8C}" srcId="{704B55DC-2B26-4C5F-8668-D67E3DC85E06}" destId="{80E87B3A-543F-4139-ADB7-79381532A989}" srcOrd="2" destOrd="0" parTransId="{59AE8C96-8C51-43C3-8EFE-879CA400164A}" sibTransId="{444D3640-078B-4D32-8CF3-01A5501EC9D6}"/>
    <dgm:cxn modelId="{84B3EF9E-DE4B-4AA3-B87B-EF25BFF1F5C2}" type="presOf" srcId="{5AC101BB-3E97-4D52-BD0E-845E1F8CD775}" destId="{D26F9C5A-0FF8-4350-A8B4-CA5DA9487236}" srcOrd="0" destOrd="0" presId="urn:microsoft.com/office/officeart/2016/7/layout/RepeatingBendingProcessNew"/>
    <dgm:cxn modelId="{6A465CB4-FA5B-400D-B516-49B395644A4E}" type="presOf" srcId="{3591CE9B-E345-4AED-98CE-BBBD3BEBD2F8}" destId="{9062B819-9150-4BD3-BBFB-E7BEAE25B367}" srcOrd="0" destOrd="1" presId="urn:microsoft.com/office/officeart/2016/7/layout/RepeatingBendingProcessNew"/>
    <dgm:cxn modelId="{CD1B0CBE-14E9-4B46-8A98-32B211ED48E8}" srcId="{704B55DC-2B26-4C5F-8668-D67E3DC85E06}" destId="{3591CE9B-E345-4AED-98CE-BBBD3BEBD2F8}" srcOrd="0" destOrd="0" parTransId="{CF52F4A0-4965-4D64-9026-D592FAD51EDB}" sibTransId="{E4E6D235-7A0E-4FA1-9C95-F0D3DC37403B}"/>
    <dgm:cxn modelId="{255E7BBF-15FE-4023-B30F-27B817C319A1}" type="presOf" srcId="{DA12D2F0-1D72-4647-9607-B0E5D0E1B7FF}" destId="{EFE0C510-723A-420F-BF0F-6129B47FD995}" srcOrd="0" destOrd="0" presId="urn:microsoft.com/office/officeart/2016/7/layout/RepeatingBendingProcessNew"/>
    <dgm:cxn modelId="{63E951C2-675B-4897-9D63-2CF9211C2CD7}" type="presOf" srcId="{6A0B535F-8B4A-4291-852A-A8FB439EA4B1}" destId="{8FE854FB-21E1-4EB8-9780-D3F2799B1171}" srcOrd="1" destOrd="0" presId="urn:microsoft.com/office/officeart/2016/7/layout/RepeatingBendingProcessNew"/>
    <dgm:cxn modelId="{44C698CF-BCE3-429E-A142-CC9DE868A2D9}" type="presOf" srcId="{B15400B0-42F4-4F83-BE73-6B59D5F081AC}" destId="{3571FDBA-7748-4E23-98B6-7BA9442EFC41}" srcOrd="0" destOrd="0" presId="urn:microsoft.com/office/officeart/2016/7/layout/RepeatingBendingProcessNew"/>
    <dgm:cxn modelId="{639B9BEB-715C-40AF-B54E-E3E23DDDA2F7}" type="presOf" srcId="{2D8D73DC-479D-404D-8161-9CC1029EA583}" destId="{CE2C6414-921C-4F4B-92EF-B8A3A2C15027}" srcOrd="0" destOrd="0" presId="urn:microsoft.com/office/officeart/2016/7/layout/RepeatingBendingProcessNew"/>
    <dgm:cxn modelId="{ADAB57EC-D304-4EB1-81E4-8F003FC77225}" type="presOf" srcId="{B8136533-0192-4847-B78C-D4B20869D855}" destId="{7079E886-8CED-43FC-A807-0423AE064AE9}" srcOrd="0" destOrd="0" presId="urn:microsoft.com/office/officeart/2016/7/layout/RepeatingBendingProcessNew"/>
    <dgm:cxn modelId="{488B2CF9-7A88-4ACE-A0D7-559ED13284D3}" srcId="{5AC101BB-3E97-4D52-BD0E-845E1F8CD775}" destId="{7E8FD3A7-789A-4164-9C58-05059F6CC22A}" srcOrd="1" destOrd="0" parTransId="{C865F42A-5952-4D72-A5F7-DC4AE22DC0C1}" sibTransId="{56B91DB2-B015-4B9A-854C-07FFB3EDDCC3}"/>
    <dgm:cxn modelId="{58276FFF-1B67-4381-A238-873D565CAC69}" srcId="{DA12D2F0-1D72-4647-9607-B0E5D0E1B7FF}" destId="{8A76933A-9266-40FC-9D10-A1740D116ED2}" srcOrd="1" destOrd="0" parTransId="{AD92666D-42AB-4FAA-BD00-529EF0833CD1}" sibTransId="{75BDDD40-E758-4E11-9F4E-B58BA2B81830}"/>
    <dgm:cxn modelId="{BE9D5F9A-34B2-40A7-A47B-441EBE8CD4B6}" type="presParOf" srcId="{EFE0C510-723A-420F-BF0F-6129B47FD995}" destId="{C3EFAD9A-878F-450D-8C4A-9A8067F8CAC2}" srcOrd="0" destOrd="0" presId="urn:microsoft.com/office/officeart/2016/7/layout/RepeatingBendingProcessNew"/>
    <dgm:cxn modelId="{A59CEBCB-60A4-46AB-A36B-A58195361146}" type="presParOf" srcId="{EFE0C510-723A-420F-BF0F-6129B47FD995}" destId="{DE23C063-BDB0-4336-A7EC-97328F15F38B}" srcOrd="1" destOrd="0" presId="urn:microsoft.com/office/officeart/2016/7/layout/RepeatingBendingProcessNew"/>
    <dgm:cxn modelId="{FEE786B4-B2E1-4A75-85F0-54D1C700BBEC}" type="presParOf" srcId="{DE23C063-BDB0-4336-A7EC-97328F15F38B}" destId="{8FE854FB-21E1-4EB8-9780-D3F2799B1171}" srcOrd="0" destOrd="0" presId="urn:microsoft.com/office/officeart/2016/7/layout/RepeatingBendingProcessNew"/>
    <dgm:cxn modelId="{0BEC83B2-A38B-4AA8-9E47-7CD54151590A}" type="presParOf" srcId="{EFE0C510-723A-420F-BF0F-6129B47FD995}" destId="{57BC03D4-0915-4C05-B9C2-99DBE17D11D6}" srcOrd="2" destOrd="0" presId="urn:microsoft.com/office/officeart/2016/7/layout/RepeatingBendingProcessNew"/>
    <dgm:cxn modelId="{B7338809-208A-4AB3-9103-B58ABF3A4948}" type="presParOf" srcId="{EFE0C510-723A-420F-BF0F-6129B47FD995}" destId="{469237CF-73A4-4519-BD64-B58F42F7A0E8}" srcOrd="3" destOrd="0" presId="urn:microsoft.com/office/officeart/2016/7/layout/RepeatingBendingProcessNew"/>
    <dgm:cxn modelId="{34D687A5-C031-43CE-ADB4-329014089C80}" type="presParOf" srcId="{469237CF-73A4-4519-BD64-B58F42F7A0E8}" destId="{4AC67708-A1AB-4F50-A592-36AF71427D73}" srcOrd="0" destOrd="0" presId="urn:microsoft.com/office/officeart/2016/7/layout/RepeatingBendingProcessNew"/>
    <dgm:cxn modelId="{587418AF-7A44-40E6-8C89-1AAEAE1D09E8}" type="presParOf" srcId="{EFE0C510-723A-420F-BF0F-6129B47FD995}" destId="{7079E886-8CED-43FC-A807-0423AE064AE9}" srcOrd="4" destOrd="0" presId="urn:microsoft.com/office/officeart/2016/7/layout/RepeatingBendingProcessNew"/>
    <dgm:cxn modelId="{4D36E03A-ACF2-4C8A-85FF-51E8D74FF8F2}" type="presParOf" srcId="{EFE0C510-723A-420F-BF0F-6129B47FD995}" destId="{3571FDBA-7748-4E23-98B6-7BA9442EFC41}" srcOrd="5" destOrd="0" presId="urn:microsoft.com/office/officeart/2016/7/layout/RepeatingBendingProcessNew"/>
    <dgm:cxn modelId="{5CDB2095-286C-4B99-9298-FDC01E65EBBF}" type="presParOf" srcId="{3571FDBA-7748-4E23-98B6-7BA9442EFC41}" destId="{213FA2ED-C861-4219-9F2D-62003777B02B}" srcOrd="0" destOrd="0" presId="urn:microsoft.com/office/officeart/2016/7/layout/RepeatingBendingProcessNew"/>
    <dgm:cxn modelId="{1AD337C0-7773-4833-B20C-D3389219189B}" type="presParOf" srcId="{EFE0C510-723A-420F-BF0F-6129B47FD995}" destId="{D26F9C5A-0FF8-4350-A8B4-CA5DA9487236}" srcOrd="6" destOrd="0" presId="urn:microsoft.com/office/officeart/2016/7/layout/RepeatingBendingProcessNew"/>
    <dgm:cxn modelId="{05522376-03A5-45B6-AE6B-6A0BF53797F9}" type="presParOf" srcId="{EFE0C510-723A-420F-BF0F-6129B47FD995}" destId="{CE2C6414-921C-4F4B-92EF-B8A3A2C15027}" srcOrd="7" destOrd="0" presId="urn:microsoft.com/office/officeart/2016/7/layout/RepeatingBendingProcessNew"/>
    <dgm:cxn modelId="{3FE4EDAB-F8C3-4C59-907E-66D760163CA2}" type="presParOf" srcId="{CE2C6414-921C-4F4B-92EF-B8A3A2C15027}" destId="{53A072AB-84ED-4AE6-B0B0-F5C77FD46F0D}" srcOrd="0" destOrd="0" presId="urn:microsoft.com/office/officeart/2016/7/layout/RepeatingBendingProcessNew"/>
    <dgm:cxn modelId="{E44B957E-3FDA-4957-9922-B2FA76CA4642}" type="presParOf" srcId="{EFE0C510-723A-420F-BF0F-6129B47FD995}" destId="{9062B819-9150-4BD3-BBFB-E7BEAE25B367}"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5BDE38E-EAFA-4BC6-BD7D-1F163930E3C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E00CD6-9EF3-4C34-9006-23EC470A5F4D}">
      <dgm:prSet/>
      <dgm:spPr/>
      <dgm:t>
        <a:bodyPr/>
        <a:lstStyle/>
        <a:p>
          <a:r>
            <a:rPr lang="en-US" b="1"/>
            <a:t>Views (Frontend Templates):</a:t>
          </a:r>
          <a:r>
            <a:rPr lang="en-US"/>
            <a:t> Razor (.cshtml) pages render UI components dynamically</a:t>
          </a:r>
        </a:p>
      </dgm:t>
    </dgm:pt>
    <dgm:pt modelId="{060BF88E-A78C-4136-831A-3527116AF6A6}" type="parTrans" cxnId="{DCDC31D1-508C-4D11-A6F4-0DFAD328D117}">
      <dgm:prSet/>
      <dgm:spPr/>
      <dgm:t>
        <a:bodyPr/>
        <a:lstStyle/>
        <a:p>
          <a:endParaRPr lang="en-US"/>
        </a:p>
      </dgm:t>
    </dgm:pt>
    <dgm:pt modelId="{D2C1A04B-B9C6-4A50-8827-399E0A6CC174}" type="sibTrans" cxnId="{DCDC31D1-508C-4D11-A6F4-0DFAD328D117}">
      <dgm:prSet/>
      <dgm:spPr/>
      <dgm:t>
        <a:bodyPr/>
        <a:lstStyle/>
        <a:p>
          <a:endParaRPr lang="en-US"/>
        </a:p>
      </dgm:t>
    </dgm:pt>
    <dgm:pt modelId="{1FC1CA62-7EC9-4821-80CB-543A96B80ACD}">
      <dgm:prSet/>
      <dgm:spPr/>
      <dgm:t>
        <a:bodyPr/>
        <a:lstStyle/>
        <a:p>
          <a:r>
            <a:rPr lang="en-US" b="1"/>
            <a:t>Controllers:</a:t>
          </a:r>
          <a:r>
            <a:rPr lang="en-US"/>
            <a:t> Handle user requests and data flow between views and models</a:t>
          </a:r>
        </a:p>
      </dgm:t>
    </dgm:pt>
    <dgm:pt modelId="{DF99CF0E-6547-4E35-A7AB-2A4F8D55A6AE}" type="parTrans" cxnId="{4C04B17B-CC78-46A3-8AF7-A852731FADF7}">
      <dgm:prSet/>
      <dgm:spPr/>
      <dgm:t>
        <a:bodyPr/>
        <a:lstStyle/>
        <a:p>
          <a:endParaRPr lang="en-US"/>
        </a:p>
      </dgm:t>
    </dgm:pt>
    <dgm:pt modelId="{EA065973-2101-4051-BEE8-8A90BA5740C5}" type="sibTrans" cxnId="{4C04B17B-CC78-46A3-8AF7-A852731FADF7}">
      <dgm:prSet/>
      <dgm:spPr/>
      <dgm:t>
        <a:bodyPr/>
        <a:lstStyle/>
        <a:p>
          <a:endParaRPr lang="en-US"/>
        </a:p>
      </dgm:t>
    </dgm:pt>
    <dgm:pt modelId="{D05B5D65-6E6A-4EC6-84D7-FEB8ADD3C8EA}">
      <dgm:prSet/>
      <dgm:spPr/>
      <dgm:t>
        <a:bodyPr/>
        <a:lstStyle/>
        <a:p>
          <a:r>
            <a:rPr lang="en-US" b="1"/>
            <a:t>Models:</a:t>
          </a:r>
          <a:r>
            <a:rPr lang="en-US"/>
            <a:t> Provide structured data to display in the interface</a:t>
          </a:r>
        </a:p>
      </dgm:t>
    </dgm:pt>
    <dgm:pt modelId="{B55DE54C-309F-4387-9F8C-E4CE325F71F8}" type="parTrans" cxnId="{C324568E-5E21-4413-A722-E0E1B3006315}">
      <dgm:prSet/>
      <dgm:spPr/>
      <dgm:t>
        <a:bodyPr/>
        <a:lstStyle/>
        <a:p>
          <a:endParaRPr lang="en-US"/>
        </a:p>
      </dgm:t>
    </dgm:pt>
    <dgm:pt modelId="{D554B5FB-EBB4-4C82-BCEE-CDDB2FE33D6C}" type="sibTrans" cxnId="{C324568E-5E21-4413-A722-E0E1B3006315}">
      <dgm:prSet/>
      <dgm:spPr/>
      <dgm:t>
        <a:bodyPr/>
        <a:lstStyle/>
        <a:p>
          <a:endParaRPr lang="en-US"/>
        </a:p>
      </dgm:t>
    </dgm:pt>
    <dgm:pt modelId="{2FBB6A7C-D179-4B5C-8ABC-A7057CDEC593}">
      <dgm:prSet/>
      <dgm:spPr/>
      <dgm:t>
        <a:bodyPr/>
        <a:lstStyle/>
        <a:p>
          <a:r>
            <a:rPr lang="en-US" b="1"/>
            <a:t>Static Assets:</a:t>
          </a:r>
          <a:r>
            <a:rPr lang="en-US"/>
            <a:t> CSS, JavaScript, and images stored in wwwroot/</a:t>
          </a:r>
        </a:p>
      </dgm:t>
    </dgm:pt>
    <dgm:pt modelId="{27956F88-78F8-4341-98CC-BCAAA13B5E46}" type="parTrans" cxnId="{45278B10-12C6-4803-863D-F0394FCD516D}">
      <dgm:prSet/>
      <dgm:spPr/>
      <dgm:t>
        <a:bodyPr/>
        <a:lstStyle/>
        <a:p>
          <a:endParaRPr lang="en-US"/>
        </a:p>
      </dgm:t>
    </dgm:pt>
    <dgm:pt modelId="{13EAA4EF-9907-470F-A850-1580AD4CF8D7}" type="sibTrans" cxnId="{45278B10-12C6-4803-863D-F0394FCD516D}">
      <dgm:prSet/>
      <dgm:spPr/>
      <dgm:t>
        <a:bodyPr/>
        <a:lstStyle/>
        <a:p>
          <a:endParaRPr lang="en-US"/>
        </a:p>
      </dgm:t>
    </dgm:pt>
    <dgm:pt modelId="{2B6FBFF9-C736-4D71-A751-824FD6CE6E8F}">
      <dgm:prSet/>
      <dgm:spPr/>
      <dgm:t>
        <a:bodyPr/>
        <a:lstStyle/>
        <a:p>
          <a:r>
            <a:rPr lang="en-US" b="1"/>
            <a:t>Tailwind Framework:</a:t>
          </a:r>
          <a:r>
            <a:rPr lang="en-US"/>
            <a:t> Ensures responsive design across devices</a:t>
          </a:r>
        </a:p>
      </dgm:t>
    </dgm:pt>
    <dgm:pt modelId="{A324AA98-01AE-4F3E-A70F-B48AF97F55C1}" type="parTrans" cxnId="{F452F9D3-8F39-46E6-BF01-4F39C63E79DC}">
      <dgm:prSet/>
      <dgm:spPr/>
      <dgm:t>
        <a:bodyPr/>
        <a:lstStyle/>
        <a:p>
          <a:endParaRPr lang="en-US"/>
        </a:p>
      </dgm:t>
    </dgm:pt>
    <dgm:pt modelId="{4709C3B6-24D1-4CA5-8FA0-C0B5EECA4159}" type="sibTrans" cxnId="{F452F9D3-8F39-46E6-BF01-4F39C63E79DC}">
      <dgm:prSet/>
      <dgm:spPr/>
      <dgm:t>
        <a:bodyPr/>
        <a:lstStyle/>
        <a:p>
          <a:endParaRPr lang="en-US"/>
        </a:p>
      </dgm:t>
    </dgm:pt>
    <dgm:pt modelId="{27479AEF-4FE4-4FB0-B138-E0B0FC0551D9}" type="pres">
      <dgm:prSet presAssocID="{F5BDE38E-EAFA-4BC6-BD7D-1F163930E3CB}" presName="root" presStyleCnt="0">
        <dgm:presLayoutVars>
          <dgm:dir/>
          <dgm:resizeHandles val="exact"/>
        </dgm:presLayoutVars>
      </dgm:prSet>
      <dgm:spPr/>
    </dgm:pt>
    <dgm:pt modelId="{A2E641FD-8B44-4502-8377-F4456536AA07}" type="pres">
      <dgm:prSet presAssocID="{3EE00CD6-9EF3-4C34-9006-23EC470A5F4D}" presName="compNode" presStyleCnt="0"/>
      <dgm:spPr/>
    </dgm:pt>
    <dgm:pt modelId="{531CE9A3-25FF-4A68-99DA-9A86EC97E923}" type="pres">
      <dgm:prSet presAssocID="{3EE00CD6-9EF3-4C34-9006-23EC470A5F4D}" presName="bgRect" presStyleLbl="bgShp" presStyleIdx="0" presStyleCnt="5"/>
      <dgm:spPr/>
    </dgm:pt>
    <dgm:pt modelId="{00DF4EFF-E7C5-44F0-819C-350F15810F49}" type="pres">
      <dgm:prSet presAssocID="{3EE00CD6-9EF3-4C34-9006-23EC470A5F4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6EECA89C-BA67-47BD-B30D-676EBE2AA376}" type="pres">
      <dgm:prSet presAssocID="{3EE00CD6-9EF3-4C34-9006-23EC470A5F4D}" presName="spaceRect" presStyleCnt="0"/>
      <dgm:spPr/>
    </dgm:pt>
    <dgm:pt modelId="{08879813-C6F2-481F-A96C-BD08F13E8C1C}" type="pres">
      <dgm:prSet presAssocID="{3EE00CD6-9EF3-4C34-9006-23EC470A5F4D}" presName="parTx" presStyleLbl="revTx" presStyleIdx="0" presStyleCnt="5">
        <dgm:presLayoutVars>
          <dgm:chMax val="0"/>
          <dgm:chPref val="0"/>
        </dgm:presLayoutVars>
      </dgm:prSet>
      <dgm:spPr/>
    </dgm:pt>
    <dgm:pt modelId="{AE65F26E-FFF2-438E-BF2C-4E399692150A}" type="pres">
      <dgm:prSet presAssocID="{D2C1A04B-B9C6-4A50-8827-399E0A6CC174}" presName="sibTrans" presStyleCnt="0"/>
      <dgm:spPr/>
    </dgm:pt>
    <dgm:pt modelId="{F5D052D5-8659-468F-A1DB-882A116E2037}" type="pres">
      <dgm:prSet presAssocID="{1FC1CA62-7EC9-4821-80CB-543A96B80ACD}" presName="compNode" presStyleCnt="0"/>
      <dgm:spPr/>
    </dgm:pt>
    <dgm:pt modelId="{05F819D7-2DEA-4FDB-B8CE-B8D1D2BCA84F}" type="pres">
      <dgm:prSet presAssocID="{1FC1CA62-7EC9-4821-80CB-543A96B80ACD}" presName="bgRect" presStyleLbl="bgShp" presStyleIdx="1" presStyleCnt="5"/>
      <dgm:spPr/>
    </dgm:pt>
    <dgm:pt modelId="{CE2D5BDD-674E-42AB-8E91-48BB56E3D34B}" type="pres">
      <dgm:prSet presAssocID="{1FC1CA62-7EC9-4821-80CB-543A96B80AC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882D57EC-9A26-47F7-91F5-01578DE58962}" type="pres">
      <dgm:prSet presAssocID="{1FC1CA62-7EC9-4821-80CB-543A96B80ACD}" presName="spaceRect" presStyleCnt="0"/>
      <dgm:spPr/>
    </dgm:pt>
    <dgm:pt modelId="{53EA401D-7352-4508-9C08-92BC9FE26986}" type="pres">
      <dgm:prSet presAssocID="{1FC1CA62-7EC9-4821-80CB-543A96B80ACD}" presName="parTx" presStyleLbl="revTx" presStyleIdx="1" presStyleCnt="5">
        <dgm:presLayoutVars>
          <dgm:chMax val="0"/>
          <dgm:chPref val="0"/>
        </dgm:presLayoutVars>
      </dgm:prSet>
      <dgm:spPr/>
    </dgm:pt>
    <dgm:pt modelId="{12331F40-7503-44BD-9388-FB142A0E24EE}" type="pres">
      <dgm:prSet presAssocID="{EA065973-2101-4051-BEE8-8A90BA5740C5}" presName="sibTrans" presStyleCnt="0"/>
      <dgm:spPr/>
    </dgm:pt>
    <dgm:pt modelId="{76241E82-4C74-4E83-9039-329BDDEC11BF}" type="pres">
      <dgm:prSet presAssocID="{D05B5D65-6E6A-4EC6-84D7-FEB8ADD3C8EA}" presName="compNode" presStyleCnt="0"/>
      <dgm:spPr/>
    </dgm:pt>
    <dgm:pt modelId="{5AA2FD00-C594-49D1-BCB6-7AB194AA35AB}" type="pres">
      <dgm:prSet presAssocID="{D05B5D65-6E6A-4EC6-84D7-FEB8ADD3C8EA}" presName="bgRect" presStyleLbl="bgShp" presStyleIdx="2" presStyleCnt="5"/>
      <dgm:spPr/>
    </dgm:pt>
    <dgm:pt modelId="{F8CE7893-76A8-4C9B-B794-B7E9C97CF041}" type="pres">
      <dgm:prSet presAssocID="{D05B5D65-6E6A-4EC6-84D7-FEB8ADD3C8E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92624886-44EB-42F9-B363-8AA7CE638EA9}" type="pres">
      <dgm:prSet presAssocID="{D05B5D65-6E6A-4EC6-84D7-FEB8ADD3C8EA}" presName="spaceRect" presStyleCnt="0"/>
      <dgm:spPr/>
    </dgm:pt>
    <dgm:pt modelId="{5C92CE0A-1EC0-4A4E-AF4A-738151D0DFC7}" type="pres">
      <dgm:prSet presAssocID="{D05B5D65-6E6A-4EC6-84D7-FEB8ADD3C8EA}" presName="parTx" presStyleLbl="revTx" presStyleIdx="2" presStyleCnt="5">
        <dgm:presLayoutVars>
          <dgm:chMax val="0"/>
          <dgm:chPref val="0"/>
        </dgm:presLayoutVars>
      </dgm:prSet>
      <dgm:spPr/>
    </dgm:pt>
    <dgm:pt modelId="{541D9A69-6ED7-4AD1-9343-0D4BDBA8DE27}" type="pres">
      <dgm:prSet presAssocID="{D554B5FB-EBB4-4C82-BCEE-CDDB2FE33D6C}" presName="sibTrans" presStyleCnt="0"/>
      <dgm:spPr/>
    </dgm:pt>
    <dgm:pt modelId="{70627755-83D5-4C6C-8351-A426C3B08232}" type="pres">
      <dgm:prSet presAssocID="{2FBB6A7C-D179-4B5C-8ABC-A7057CDEC593}" presName="compNode" presStyleCnt="0"/>
      <dgm:spPr/>
    </dgm:pt>
    <dgm:pt modelId="{94A8C33B-F833-4356-8B5F-B0A980B2111F}" type="pres">
      <dgm:prSet presAssocID="{2FBB6A7C-D179-4B5C-8ABC-A7057CDEC593}" presName="bgRect" presStyleLbl="bgShp" presStyleIdx="3" presStyleCnt="5"/>
      <dgm:spPr/>
    </dgm:pt>
    <dgm:pt modelId="{A86FAD51-3A9E-44F0-9F64-4B11B5D4BC9B}" type="pres">
      <dgm:prSet presAssocID="{2FBB6A7C-D179-4B5C-8ABC-A7057CDEC59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932FCDBA-B2F0-4339-A39D-645E7D670AAC}" type="pres">
      <dgm:prSet presAssocID="{2FBB6A7C-D179-4B5C-8ABC-A7057CDEC593}" presName="spaceRect" presStyleCnt="0"/>
      <dgm:spPr/>
    </dgm:pt>
    <dgm:pt modelId="{B008B7A6-AA07-4ED4-9DD7-733B1950C24F}" type="pres">
      <dgm:prSet presAssocID="{2FBB6A7C-D179-4B5C-8ABC-A7057CDEC593}" presName="parTx" presStyleLbl="revTx" presStyleIdx="3" presStyleCnt="5">
        <dgm:presLayoutVars>
          <dgm:chMax val="0"/>
          <dgm:chPref val="0"/>
        </dgm:presLayoutVars>
      </dgm:prSet>
      <dgm:spPr/>
    </dgm:pt>
    <dgm:pt modelId="{2BA48E5B-5A9F-4B7B-81AA-D4EF38634EE4}" type="pres">
      <dgm:prSet presAssocID="{13EAA4EF-9907-470F-A850-1580AD4CF8D7}" presName="sibTrans" presStyleCnt="0"/>
      <dgm:spPr/>
    </dgm:pt>
    <dgm:pt modelId="{7FFE108E-0B76-44BC-AE8F-6B6E5719FACF}" type="pres">
      <dgm:prSet presAssocID="{2B6FBFF9-C736-4D71-A751-824FD6CE6E8F}" presName="compNode" presStyleCnt="0"/>
      <dgm:spPr/>
    </dgm:pt>
    <dgm:pt modelId="{0380BB02-EB93-400C-9B2C-E74F84D58271}" type="pres">
      <dgm:prSet presAssocID="{2B6FBFF9-C736-4D71-A751-824FD6CE6E8F}" presName="bgRect" presStyleLbl="bgShp" presStyleIdx="4" presStyleCnt="5"/>
      <dgm:spPr/>
    </dgm:pt>
    <dgm:pt modelId="{9C49C230-34F5-4D9E-A5C9-D6CF80215B54}" type="pres">
      <dgm:prSet presAssocID="{2B6FBFF9-C736-4D71-A751-824FD6CE6E8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Virtual RealityHeadset"/>
        </a:ext>
      </dgm:extLst>
    </dgm:pt>
    <dgm:pt modelId="{A093630B-621F-4E59-9CE9-6BCCC02A99C8}" type="pres">
      <dgm:prSet presAssocID="{2B6FBFF9-C736-4D71-A751-824FD6CE6E8F}" presName="spaceRect" presStyleCnt="0"/>
      <dgm:spPr/>
    </dgm:pt>
    <dgm:pt modelId="{C164DD46-1998-46FF-9FE3-C5B19D0FB29B}" type="pres">
      <dgm:prSet presAssocID="{2B6FBFF9-C736-4D71-A751-824FD6CE6E8F}" presName="parTx" presStyleLbl="revTx" presStyleIdx="4" presStyleCnt="5">
        <dgm:presLayoutVars>
          <dgm:chMax val="0"/>
          <dgm:chPref val="0"/>
        </dgm:presLayoutVars>
      </dgm:prSet>
      <dgm:spPr/>
    </dgm:pt>
  </dgm:ptLst>
  <dgm:cxnLst>
    <dgm:cxn modelId="{CDF21301-F2C3-4F6C-858A-B5EAF90BF322}" type="presOf" srcId="{F5BDE38E-EAFA-4BC6-BD7D-1F163930E3CB}" destId="{27479AEF-4FE4-4FB0-B138-E0B0FC0551D9}" srcOrd="0" destOrd="0" presId="urn:microsoft.com/office/officeart/2018/2/layout/IconVerticalSolidList"/>
    <dgm:cxn modelId="{45278B10-12C6-4803-863D-F0394FCD516D}" srcId="{F5BDE38E-EAFA-4BC6-BD7D-1F163930E3CB}" destId="{2FBB6A7C-D179-4B5C-8ABC-A7057CDEC593}" srcOrd="3" destOrd="0" parTransId="{27956F88-78F8-4341-98CC-BCAAA13B5E46}" sibTransId="{13EAA4EF-9907-470F-A850-1580AD4CF8D7}"/>
    <dgm:cxn modelId="{1A1C9819-102C-4434-A07B-BFCB0C6D7422}" type="presOf" srcId="{2FBB6A7C-D179-4B5C-8ABC-A7057CDEC593}" destId="{B008B7A6-AA07-4ED4-9DD7-733B1950C24F}" srcOrd="0" destOrd="0" presId="urn:microsoft.com/office/officeart/2018/2/layout/IconVerticalSolidList"/>
    <dgm:cxn modelId="{9CC0A575-0B88-4C5F-A8AC-39EFC5107953}" type="presOf" srcId="{D05B5D65-6E6A-4EC6-84D7-FEB8ADD3C8EA}" destId="{5C92CE0A-1EC0-4A4E-AF4A-738151D0DFC7}" srcOrd="0" destOrd="0" presId="urn:microsoft.com/office/officeart/2018/2/layout/IconVerticalSolidList"/>
    <dgm:cxn modelId="{4C04B17B-CC78-46A3-8AF7-A852731FADF7}" srcId="{F5BDE38E-EAFA-4BC6-BD7D-1F163930E3CB}" destId="{1FC1CA62-7EC9-4821-80CB-543A96B80ACD}" srcOrd="1" destOrd="0" parTransId="{DF99CF0E-6547-4E35-A7AB-2A4F8D55A6AE}" sibTransId="{EA065973-2101-4051-BEE8-8A90BA5740C5}"/>
    <dgm:cxn modelId="{C324568E-5E21-4413-A722-E0E1B3006315}" srcId="{F5BDE38E-EAFA-4BC6-BD7D-1F163930E3CB}" destId="{D05B5D65-6E6A-4EC6-84D7-FEB8ADD3C8EA}" srcOrd="2" destOrd="0" parTransId="{B55DE54C-309F-4387-9F8C-E4CE325F71F8}" sibTransId="{D554B5FB-EBB4-4C82-BCEE-CDDB2FE33D6C}"/>
    <dgm:cxn modelId="{82A34BAA-34F5-4301-B186-0E0E13326A2D}" type="presOf" srcId="{1FC1CA62-7EC9-4821-80CB-543A96B80ACD}" destId="{53EA401D-7352-4508-9C08-92BC9FE26986}" srcOrd="0" destOrd="0" presId="urn:microsoft.com/office/officeart/2018/2/layout/IconVerticalSolidList"/>
    <dgm:cxn modelId="{AC3EEBCA-70BF-435A-AF92-9B11358CC07D}" type="presOf" srcId="{2B6FBFF9-C736-4D71-A751-824FD6CE6E8F}" destId="{C164DD46-1998-46FF-9FE3-C5B19D0FB29B}" srcOrd="0" destOrd="0" presId="urn:microsoft.com/office/officeart/2018/2/layout/IconVerticalSolidList"/>
    <dgm:cxn modelId="{DCDC31D1-508C-4D11-A6F4-0DFAD328D117}" srcId="{F5BDE38E-EAFA-4BC6-BD7D-1F163930E3CB}" destId="{3EE00CD6-9EF3-4C34-9006-23EC470A5F4D}" srcOrd="0" destOrd="0" parTransId="{060BF88E-A78C-4136-831A-3527116AF6A6}" sibTransId="{D2C1A04B-B9C6-4A50-8827-399E0A6CC174}"/>
    <dgm:cxn modelId="{F452F9D3-8F39-46E6-BF01-4F39C63E79DC}" srcId="{F5BDE38E-EAFA-4BC6-BD7D-1F163930E3CB}" destId="{2B6FBFF9-C736-4D71-A751-824FD6CE6E8F}" srcOrd="4" destOrd="0" parTransId="{A324AA98-01AE-4F3E-A70F-B48AF97F55C1}" sibTransId="{4709C3B6-24D1-4CA5-8FA0-C0B5EECA4159}"/>
    <dgm:cxn modelId="{AB3316DF-F05F-4D6F-B52D-302C58D21C35}" type="presOf" srcId="{3EE00CD6-9EF3-4C34-9006-23EC470A5F4D}" destId="{08879813-C6F2-481F-A96C-BD08F13E8C1C}" srcOrd="0" destOrd="0" presId="urn:microsoft.com/office/officeart/2018/2/layout/IconVerticalSolidList"/>
    <dgm:cxn modelId="{ADC6BC88-6DB9-4553-BB5A-0A0D4DF641EB}" type="presParOf" srcId="{27479AEF-4FE4-4FB0-B138-E0B0FC0551D9}" destId="{A2E641FD-8B44-4502-8377-F4456536AA07}" srcOrd="0" destOrd="0" presId="urn:microsoft.com/office/officeart/2018/2/layout/IconVerticalSolidList"/>
    <dgm:cxn modelId="{C38B4489-DF8A-4FAB-AFAF-200D8526641E}" type="presParOf" srcId="{A2E641FD-8B44-4502-8377-F4456536AA07}" destId="{531CE9A3-25FF-4A68-99DA-9A86EC97E923}" srcOrd="0" destOrd="0" presId="urn:microsoft.com/office/officeart/2018/2/layout/IconVerticalSolidList"/>
    <dgm:cxn modelId="{312C95DB-E7E6-46AE-A001-11BB4B94BB7F}" type="presParOf" srcId="{A2E641FD-8B44-4502-8377-F4456536AA07}" destId="{00DF4EFF-E7C5-44F0-819C-350F15810F49}" srcOrd="1" destOrd="0" presId="urn:microsoft.com/office/officeart/2018/2/layout/IconVerticalSolidList"/>
    <dgm:cxn modelId="{47A7933D-BBD7-4564-9B35-328A3E351786}" type="presParOf" srcId="{A2E641FD-8B44-4502-8377-F4456536AA07}" destId="{6EECA89C-BA67-47BD-B30D-676EBE2AA376}" srcOrd="2" destOrd="0" presId="urn:microsoft.com/office/officeart/2018/2/layout/IconVerticalSolidList"/>
    <dgm:cxn modelId="{2870EE0D-5DB6-4E34-8ACE-D11B6B7B4C36}" type="presParOf" srcId="{A2E641FD-8B44-4502-8377-F4456536AA07}" destId="{08879813-C6F2-481F-A96C-BD08F13E8C1C}" srcOrd="3" destOrd="0" presId="urn:microsoft.com/office/officeart/2018/2/layout/IconVerticalSolidList"/>
    <dgm:cxn modelId="{3755B64A-6F35-423C-A426-AFCD11F0BF7F}" type="presParOf" srcId="{27479AEF-4FE4-4FB0-B138-E0B0FC0551D9}" destId="{AE65F26E-FFF2-438E-BF2C-4E399692150A}" srcOrd="1" destOrd="0" presId="urn:microsoft.com/office/officeart/2018/2/layout/IconVerticalSolidList"/>
    <dgm:cxn modelId="{DA45038E-F729-46D7-A8F8-B117D4B20002}" type="presParOf" srcId="{27479AEF-4FE4-4FB0-B138-E0B0FC0551D9}" destId="{F5D052D5-8659-468F-A1DB-882A116E2037}" srcOrd="2" destOrd="0" presId="urn:microsoft.com/office/officeart/2018/2/layout/IconVerticalSolidList"/>
    <dgm:cxn modelId="{2B7186AD-6671-47C5-88A9-3EF963BAF7D8}" type="presParOf" srcId="{F5D052D5-8659-468F-A1DB-882A116E2037}" destId="{05F819D7-2DEA-4FDB-B8CE-B8D1D2BCA84F}" srcOrd="0" destOrd="0" presId="urn:microsoft.com/office/officeart/2018/2/layout/IconVerticalSolidList"/>
    <dgm:cxn modelId="{2C1D946C-A23A-4C7C-8691-9DB491FF8F85}" type="presParOf" srcId="{F5D052D5-8659-468F-A1DB-882A116E2037}" destId="{CE2D5BDD-674E-42AB-8E91-48BB56E3D34B}" srcOrd="1" destOrd="0" presId="urn:microsoft.com/office/officeart/2018/2/layout/IconVerticalSolidList"/>
    <dgm:cxn modelId="{3F3D3434-8AA3-423F-AF89-B25076C60895}" type="presParOf" srcId="{F5D052D5-8659-468F-A1DB-882A116E2037}" destId="{882D57EC-9A26-47F7-91F5-01578DE58962}" srcOrd="2" destOrd="0" presId="urn:microsoft.com/office/officeart/2018/2/layout/IconVerticalSolidList"/>
    <dgm:cxn modelId="{8D4367C1-F2D0-4B52-8AD4-FC44FB7E3507}" type="presParOf" srcId="{F5D052D5-8659-468F-A1DB-882A116E2037}" destId="{53EA401D-7352-4508-9C08-92BC9FE26986}" srcOrd="3" destOrd="0" presId="urn:microsoft.com/office/officeart/2018/2/layout/IconVerticalSolidList"/>
    <dgm:cxn modelId="{54D06EE0-CE2B-428A-A2DC-D63FDFA64707}" type="presParOf" srcId="{27479AEF-4FE4-4FB0-B138-E0B0FC0551D9}" destId="{12331F40-7503-44BD-9388-FB142A0E24EE}" srcOrd="3" destOrd="0" presId="urn:microsoft.com/office/officeart/2018/2/layout/IconVerticalSolidList"/>
    <dgm:cxn modelId="{C3825CCD-FA61-48F2-B05D-7D644FD5D44D}" type="presParOf" srcId="{27479AEF-4FE4-4FB0-B138-E0B0FC0551D9}" destId="{76241E82-4C74-4E83-9039-329BDDEC11BF}" srcOrd="4" destOrd="0" presId="urn:microsoft.com/office/officeart/2018/2/layout/IconVerticalSolidList"/>
    <dgm:cxn modelId="{7A4EE8F6-095B-4349-BA0F-40DCD82F6A65}" type="presParOf" srcId="{76241E82-4C74-4E83-9039-329BDDEC11BF}" destId="{5AA2FD00-C594-49D1-BCB6-7AB194AA35AB}" srcOrd="0" destOrd="0" presId="urn:microsoft.com/office/officeart/2018/2/layout/IconVerticalSolidList"/>
    <dgm:cxn modelId="{F8EBE20D-07CA-4B1D-B200-70496BE7D805}" type="presParOf" srcId="{76241E82-4C74-4E83-9039-329BDDEC11BF}" destId="{F8CE7893-76A8-4C9B-B794-B7E9C97CF041}" srcOrd="1" destOrd="0" presId="urn:microsoft.com/office/officeart/2018/2/layout/IconVerticalSolidList"/>
    <dgm:cxn modelId="{748CA39B-9D5D-43BE-9060-3995A36D0A59}" type="presParOf" srcId="{76241E82-4C74-4E83-9039-329BDDEC11BF}" destId="{92624886-44EB-42F9-B363-8AA7CE638EA9}" srcOrd="2" destOrd="0" presId="urn:microsoft.com/office/officeart/2018/2/layout/IconVerticalSolidList"/>
    <dgm:cxn modelId="{5E4DDC5E-CE33-4F0D-B574-A98F2F5D0E0C}" type="presParOf" srcId="{76241E82-4C74-4E83-9039-329BDDEC11BF}" destId="{5C92CE0A-1EC0-4A4E-AF4A-738151D0DFC7}" srcOrd="3" destOrd="0" presId="urn:microsoft.com/office/officeart/2018/2/layout/IconVerticalSolidList"/>
    <dgm:cxn modelId="{A297E931-17E2-428E-8ADE-A40324E2FB56}" type="presParOf" srcId="{27479AEF-4FE4-4FB0-B138-E0B0FC0551D9}" destId="{541D9A69-6ED7-4AD1-9343-0D4BDBA8DE27}" srcOrd="5" destOrd="0" presId="urn:microsoft.com/office/officeart/2018/2/layout/IconVerticalSolidList"/>
    <dgm:cxn modelId="{26CB5293-EF2B-455F-865E-FA2F2101B657}" type="presParOf" srcId="{27479AEF-4FE4-4FB0-B138-E0B0FC0551D9}" destId="{70627755-83D5-4C6C-8351-A426C3B08232}" srcOrd="6" destOrd="0" presId="urn:microsoft.com/office/officeart/2018/2/layout/IconVerticalSolidList"/>
    <dgm:cxn modelId="{901739EA-C3EB-4B69-83BF-F071543DFB9C}" type="presParOf" srcId="{70627755-83D5-4C6C-8351-A426C3B08232}" destId="{94A8C33B-F833-4356-8B5F-B0A980B2111F}" srcOrd="0" destOrd="0" presId="urn:microsoft.com/office/officeart/2018/2/layout/IconVerticalSolidList"/>
    <dgm:cxn modelId="{485B826F-7BEC-4CE6-801C-B4BB16DA89A5}" type="presParOf" srcId="{70627755-83D5-4C6C-8351-A426C3B08232}" destId="{A86FAD51-3A9E-44F0-9F64-4B11B5D4BC9B}" srcOrd="1" destOrd="0" presId="urn:microsoft.com/office/officeart/2018/2/layout/IconVerticalSolidList"/>
    <dgm:cxn modelId="{B1168CB0-94E8-473A-BFA3-29D0B088F5E7}" type="presParOf" srcId="{70627755-83D5-4C6C-8351-A426C3B08232}" destId="{932FCDBA-B2F0-4339-A39D-645E7D670AAC}" srcOrd="2" destOrd="0" presId="urn:microsoft.com/office/officeart/2018/2/layout/IconVerticalSolidList"/>
    <dgm:cxn modelId="{216F58D3-9267-4453-BA2E-2F8A4217DFA5}" type="presParOf" srcId="{70627755-83D5-4C6C-8351-A426C3B08232}" destId="{B008B7A6-AA07-4ED4-9DD7-733B1950C24F}" srcOrd="3" destOrd="0" presId="urn:microsoft.com/office/officeart/2018/2/layout/IconVerticalSolidList"/>
    <dgm:cxn modelId="{629559F3-A28E-4525-9AD9-1400294C8215}" type="presParOf" srcId="{27479AEF-4FE4-4FB0-B138-E0B0FC0551D9}" destId="{2BA48E5B-5A9F-4B7B-81AA-D4EF38634EE4}" srcOrd="7" destOrd="0" presId="urn:microsoft.com/office/officeart/2018/2/layout/IconVerticalSolidList"/>
    <dgm:cxn modelId="{63FE94EA-023B-4108-A9F5-913B88416D9C}" type="presParOf" srcId="{27479AEF-4FE4-4FB0-B138-E0B0FC0551D9}" destId="{7FFE108E-0B76-44BC-AE8F-6B6E5719FACF}" srcOrd="8" destOrd="0" presId="urn:microsoft.com/office/officeart/2018/2/layout/IconVerticalSolidList"/>
    <dgm:cxn modelId="{B7F3548F-946B-4787-8F0F-664124734D21}" type="presParOf" srcId="{7FFE108E-0B76-44BC-AE8F-6B6E5719FACF}" destId="{0380BB02-EB93-400C-9B2C-E74F84D58271}" srcOrd="0" destOrd="0" presId="urn:microsoft.com/office/officeart/2018/2/layout/IconVerticalSolidList"/>
    <dgm:cxn modelId="{B3ED72C0-B1A6-4A88-8257-BD089FBC9FFC}" type="presParOf" srcId="{7FFE108E-0B76-44BC-AE8F-6B6E5719FACF}" destId="{9C49C230-34F5-4D9E-A5C9-D6CF80215B54}" srcOrd="1" destOrd="0" presId="urn:microsoft.com/office/officeart/2018/2/layout/IconVerticalSolidList"/>
    <dgm:cxn modelId="{233C0AC4-0A49-4BAB-BC57-93D74B61540A}" type="presParOf" srcId="{7FFE108E-0B76-44BC-AE8F-6B6E5719FACF}" destId="{A093630B-621F-4E59-9CE9-6BCCC02A99C8}" srcOrd="2" destOrd="0" presId="urn:microsoft.com/office/officeart/2018/2/layout/IconVerticalSolidList"/>
    <dgm:cxn modelId="{7DB79972-D4AD-4EF5-857C-118DC2AC6475}" type="presParOf" srcId="{7FFE108E-0B76-44BC-AE8F-6B6E5719FACF}" destId="{C164DD46-1998-46FF-9FE3-C5B19D0FB29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1162BC-1AA3-4494-B2F1-42974144710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DB2F395-E81F-413A-98FF-6E21205C95C2}">
      <dgm:prSet/>
      <dgm:spPr/>
      <dgm:t>
        <a:bodyPr/>
        <a:lstStyle/>
        <a:p>
          <a:pPr>
            <a:lnSpc>
              <a:spcPct val="100000"/>
            </a:lnSpc>
          </a:pPr>
          <a:r>
            <a:rPr lang="en-US" b="1"/>
            <a:t>Authentication Views:</a:t>
          </a:r>
          <a:r>
            <a:rPr lang="en-US"/>
            <a:t> Login, Register, and Profile Management</a:t>
          </a:r>
        </a:p>
      </dgm:t>
    </dgm:pt>
    <dgm:pt modelId="{02CEE18A-2550-4B95-9CB3-22B393B059A3}" type="parTrans" cxnId="{0E3B8121-AC85-4DB0-AE17-452A0AA8ACBB}">
      <dgm:prSet/>
      <dgm:spPr/>
      <dgm:t>
        <a:bodyPr/>
        <a:lstStyle/>
        <a:p>
          <a:endParaRPr lang="en-US"/>
        </a:p>
      </dgm:t>
    </dgm:pt>
    <dgm:pt modelId="{23CC722E-16BA-4931-A61F-06E63BF5C341}" type="sibTrans" cxnId="{0E3B8121-AC85-4DB0-AE17-452A0AA8ACBB}">
      <dgm:prSet/>
      <dgm:spPr/>
      <dgm:t>
        <a:bodyPr/>
        <a:lstStyle/>
        <a:p>
          <a:pPr>
            <a:lnSpc>
              <a:spcPct val="100000"/>
            </a:lnSpc>
          </a:pPr>
          <a:endParaRPr lang="en-US"/>
        </a:p>
      </dgm:t>
    </dgm:pt>
    <dgm:pt modelId="{46AA0D1E-09D5-4417-8FE1-7EBEC15764FD}">
      <dgm:prSet/>
      <dgm:spPr/>
      <dgm:t>
        <a:bodyPr/>
        <a:lstStyle/>
        <a:p>
          <a:pPr>
            <a:lnSpc>
              <a:spcPct val="100000"/>
            </a:lnSpc>
          </a:pPr>
          <a:r>
            <a:rPr lang="en-US" b="1"/>
            <a:t>Course Module:</a:t>
          </a:r>
          <a:r>
            <a:rPr lang="en-US"/>
            <a:t> Browse, view details, enroll, and take quizzes</a:t>
          </a:r>
        </a:p>
      </dgm:t>
    </dgm:pt>
    <dgm:pt modelId="{485C4B6B-FAF5-4E32-9A5C-632C5C8B4D26}" type="parTrans" cxnId="{548F06CE-E763-4F85-A90B-D0F9C433A2B3}">
      <dgm:prSet/>
      <dgm:spPr/>
      <dgm:t>
        <a:bodyPr/>
        <a:lstStyle/>
        <a:p>
          <a:endParaRPr lang="en-US"/>
        </a:p>
      </dgm:t>
    </dgm:pt>
    <dgm:pt modelId="{D62C58EF-4B34-464F-9C31-AAD646E3B738}" type="sibTrans" cxnId="{548F06CE-E763-4F85-A90B-D0F9C433A2B3}">
      <dgm:prSet/>
      <dgm:spPr/>
      <dgm:t>
        <a:bodyPr/>
        <a:lstStyle/>
        <a:p>
          <a:pPr>
            <a:lnSpc>
              <a:spcPct val="100000"/>
            </a:lnSpc>
          </a:pPr>
          <a:endParaRPr lang="en-US"/>
        </a:p>
      </dgm:t>
    </dgm:pt>
    <dgm:pt modelId="{FBF946A2-4020-4341-818C-81C5ACA5E1B3}">
      <dgm:prSet/>
      <dgm:spPr/>
      <dgm:t>
        <a:bodyPr/>
        <a:lstStyle/>
        <a:p>
          <a:pPr>
            <a:lnSpc>
              <a:spcPct val="100000"/>
            </a:lnSpc>
          </a:pPr>
          <a:r>
            <a:rPr lang="en-US" b="1"/>
            <a:t>Event Module:</a:t>
          </a:r>
          <a:r>
            <a:rPr lang="en-US"/>
            <a:t> View upcoming training events and register</a:t>
          </a:r>
        </a:p>
      </dgm:t>
    </dgm:pt>
    <dgm:pt modelId="{BADEDC21-7254-481F-A417-03BB36B082F7}" type="parTrans" cxnId="{98A7AF6C-D997-442E-B048-2339184B6479}">
      <dgm:prSet/>
      <dgm:spPr/>
      <dgm:t>
        <a:bodyPr/>
        <a:lstStyle/>
        <a:p>
          <a:endParaRPr lang="en-US"/>
        </a:p>
      </dgm:t>
    </dgm:pt>
    <dgm:pt modelId="{DD7C7D41-E6AF-4ED9-80B3-4BC79B700C67}" type="sibTrans" cxnId="{98A7AF6C-D997-442E-B048-2339184B6479}">
      <dgm:prSet/>
      <dgm:spPr/>
      <dgm:t>
        <a:bodyPr/>
        <a:lstStyle/>
        <a:p>
          <a:pPr>
            <a:lnSpc>
              <a:spcPct val="100000"/>
            </a:lnSpc>
          </a:pPr>
          <a:endParaRPr lang="en-US"/>
        </a:p>
      </dgm:t>
    </dgm:pt>
    <dgm:pt modelId="{BAD8069E-EFB8-4228-81B1-14EA0CA026C7}">
      <dgm:prSet/>
      <dgm:spPr/>
      <dgm:t>
        <a:bodyPr/>
        <a:lstStyle/>
        <a:p>
          <a:pPr>
            <a:lnSpc>
              <a:spcPct val="100000"/>
            </a:lnSpc>
          </a:pPr>
          <a:r>
            <a:rPr lang="en-US" b="1"/>
            <a:t>Forum Module:</a:t>
          </a:r>
          <a:r>
            <a:rPr lang="en-US"/>
            <a:t> Post and reply to community discussions</a:t>
          </a:r>
        </a:p>
      </dgm:t>
    </dgm:pt>
    <dgm:pt modelId="{B14C657B-353C-481A-9F62-01BBF8A4E42F}" type="parTrans" cxnId="{51FB2C23-8500-4F35-9C07-8EF04305FFA1}">
      <dgm:prSet/>
      <dgm:spPr/>
      <dgm:t>
        <a:bodyPr/>
        <a:lstStyle/>
        <a:p>
          <a:endParaRPr lang="en-US"/>
        </a:p>
      </dgm:t>
    </dgm:pt>
    <dgm:pt modelId="{76AC2619-F9F7-4A82-875A-9AA793D4DCA2}" type="sibTrans" cxnId="{51FB2C23-8500-4F35-9C07-8EF04305FFA1}">
      <dgm:prSet/>
      <dgm:spPr/>
      <dgm:t>
        <a:bodyPr/>
        <a:lstStyle/>
        <a:p>
          <a:pPr>
            <a:lnSpc>
              <a:spcPct val="100000"/>
            </a:lnSpc>
          </a:pPr>
          <a:endParaRPr lang="en-US"/>
        </a:p>
      </dgm:t>
    </dgm:pt>
    <dgm:pt modelId="{48072F9A-045D-41CF-BD12-4311C8214141}">
      <dgm:prSet/>
      <dgm:spPr/>
      <dgm:t>
        <a:bodyPr/>
        <a:lstStyle/>
        <a:p>
          <a:pPr>
            <a:lnSpc>
              <a:spcPct val="100000"/>
            </a:lnSpc>
          </a:pPr>
          <a:r>
            <a:rPr lang="en-US" b="1"/>
            <a:t>Blog Module:</a:t>
          </a:r>
          <a:r>
            <a:rPr lang="en-US"/>
            <a:t> Read and publish knowledge articles</a:t>
          </a:r>
        </a:p>
      </dgm:t>
    </dgm:pt>
    <dgm:pt modelId="{EF619CBE-8E0E-4670-B580-7DE8F8E7EC86}" type="parTrans" cxnId="{13C4C2BB-4481-4F0D-B7B9-3D4CF32FE1A7}">
      <dgm:prSet/>
      <dgm:spPr/>
      <dgm:t>
        <a:bodyPr/>
        <a:lstStyle/>
        <a:p>
          <a:endParaRPr lang="en-US"/>
        </a:p>
      </dgm:t>
    </dgm:pt>
    <dgm:pt modelId="{4D801597-25FA-4C92-901E-31615B3BE541}" type="sibTrans" cxnId="{13C4C2BB-4481-4F0D-B7B9-3D4CF32FE1A7}">
      <dgm:prSet/>
      <dgm:spPr/>
      <dgm:t>
        <a:bodyPr/>
        <a:lstStyle/>
        <a:p>
          <a:pPr>
            <a:lnSpc>
              <a:spcPct val="100000"/>
            </a:lnSpc>
          </a:pPr>
          <a:endParaRPr lang="en-US"/>
        </a:p>
      </dgm:t>
    </dgm:pt>
    <dgm:pt modelId="{7B0B634A-3E99-460C-9D05-BB3517D08DCE}">
      <dgm:prSet/>
      <dgm:spPr/>
      <dgm:t>
        <a:bodyPr/>
        <a:lstStyle/>
        <a:p>
          <a:pPr>
            <a:lnSpc>
              <a:spcPct val="100000"/>
            </a:lnSpc>
          </a:pPr>
          <a:r>
            <a:rPr lang="en-US" b="1"/>
            <a:t>Dashboards:</a:t>
          </a:r>
          <a:r>
            <a:rPr lang="en-US"/>
            <a:t> Separate layouts for </a:t>
          </a:r>
          <a:r>
            <a:rPr lang="en-US" b="1"/>
            <a:t>Members</a:t>
          </a:r>
          <a:r>
            <a:rPr lang="en-US"/>
            <a:t> and </a:t>
          </a:r>
          <a:r>
            <a:rPr lang="en-US" b="1"/>
            <a:t>Admins</a:t>
          </a:r>
          <a:endParaRPr lang="en-US"/>
        </a:p>
      </dgm:t>
    </dgm:pt>
    <dgm:pt modelId="{99664E98-7A8E-4961-B745-5512351BF728}" type="parTrans" cxnId="{4B8F52CA-D3D1-44F0-8DE4-8C826A5EBDF5}">
      <dgm:prSet/>
      <dgm:spPr/>
      <dgm:t>
        <a:bodyPr/>
        <a:lstStyle/>
        <a:p>
          <a:endParaRPr lang="en-US"/>
        </a:p>
      </dgm:t>
    </dgm:pt>
    <dgm:pt modelId="{EC7FBA31-B94A-4FA3-A28F-E9460C3700FE}" type="sibTrans" cxnId="{4B8F52CA-D3D1-44F0-8DE4-8C826A5EBDF5}">
      <dgm:prSet/>
      <dgm:spPr/>
      <dgm:t>
        <a:bodyPr/>
        <a:lstStyle/>
        <a:p>
          <a:endParaRPr lang="en-US"/>
        </a:p>
      </dgm:t>
    </dgm:pt>
    <dgm:pt modelId="{38EA7C95-C2D0-4665-A972-AB3C15B7B945}" type="pres">
      <dgm:prSet presAssocID="{071162BC-1AA3-4494-B2F1-429741447108}" presName="root" presStyleCnt="0">
        <dgm:presLayoutVars>
          <dgm:dir/>
          <dgm:resizeHandles val="exact"/>
        </dgm:presLayoutVars>
      </dgm:prSet>
      <dgm:spPr/>
    </dgm:pt>
    <dgm:pt modelId="{DB8CB4CA-A42A-4712-9C40-8405E4A20DEE}" type="pres">
      <dgm:prSet presAssocID="{071162BC-1AA3-4494-B2F1-429741447108}" presName="container" presStyleCnt="0">
        <dgm:presLayoutVars>
          <dgm:dir/>
          <dgm:resizeHandles val="exact"/>
        </dgm:presLayoutVars>
      </dgm:prSet>
      <dgm:spPr/>
    </dgm:pt>
    <dgm:pt modelId="{55F347F0-377C-473C-9BA9-5CEA57F42A31}" type="pres">
      <dgm:prSet presAssocID="{8DB2F395-E81F-413A-98FF-6E21205C95C2}" presName="compNode" presStyleCnt="0"/>
      <dgm:spPr/>
    </dgm:pt>
    <dgm:pt modelId="{42EF245E-22FB-4DAA-875D-524050B7D442}" type="pres">
      <dgm:prSet presAssocID="{8DB2F395-E81F-413A-98FF-6E21205C95C2}" presName="iconBgRect" presStyleLbl="bgShp" presStyleIdx="0" presStyleCnt="6"/>
      <dgm:spPr/>
    </dgm:pt>
    <dgm:pt modelId="{42A08029-8D82-4985-A37F-9A403F2C65F4}" type="pres">
      <dgm:prSet presAssocID="{8DB2F395-E81F-413A-98FF-6E21205C95C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mployee Badge"/>
        </a:ext>
      </dgm:extLst>
    </dgm:pt>
    <dgm:pt modelId="{CFDB010A-CFD6-4B79-8EA8-572CF8A6B674}" type="pres">
      <dgm:prSet presAssocID="{8DB2F395-E81F-413A-98FF-6E21205C95C2}" presName="spaceRect" presStyleCnt="0"/>
      <dgm:spPr/>
    </dgm:pt>
    <dgm:pt modelId="{38348C3C-EF36-4B8F-A023-D35F70F5B631}" type="pres">
      <dgm:prSet presAssocID="{8DB2F395-E81F-413A-98FF-6E21205C95C2}" presName="textRect" presStyleLbl="revTx" presStyleIdx="0" presStyleCnt="6">
        <dgm:presLayoutVars>
          <dgm:chMax val="1"/>
          <dgm:chPref val="1"/>
        </dgm:presLayoutVars>
      </dgm:prSet>
      <dgm:spPr/>
    </dgm:pt>
    <dgm:pt modelId="{F5C639E0-92D4-41AA-9858-94015C0092A8}" type="pres">
      <dgm:prSet presAssocID="{23CC722E-16BA-4931-A61F-06E63BF5C341}" presName="sibTrans" presStyleLbl="sibTrans2D1" presStyleIdx="0" presStyleCnt="0"/>
      <dgm:spPr/>
    </dgm:pt>
    <dgm:pt modelId="{D60DC9B1-4101-4638-BE9E-4B080B8E485F}" type="pres">
      <dgm:prSet presAssocID="{46AA0D1E-09D5-4417-8FE1-7EBEC15764FD}" presName="compNode" presStyleCnt="0"/>
      <dgm:spPr/>
    </dgm:pt>
    <dgm:pt modelId="{6B8CF5A1-8558-4935-9922-2E974E5A55B1}" type="pres">
      <dgm:prSet presAssocID="{46AA0D1E-09D5-4417-8FE1-7EBEC15764FD}" presName="iconBgRect" presStyleLbl="bgShp" presStyleIdx="1" presStyleCnt="6"/>
      <dgm:spPr/>
    </dgm:pt>
    <dgm:pt modelId="{33FF58F8-2224-4F92-81CD-1D81D0236B18}" type="pres">
      <dgm:prSet presAssocID="{46AA0D1E-09D5-4417-8FE1-7EBEC15764F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ploma Roll"/>
        </a:ext>
      </dgm:extLst>
    </dgm:pt>
    <dgm:pt modelId="{54D67F01-BBF8-412D-B5A7-436D75583E1D}" type="pres">
      <dgm:prSet presAssocID="{46AA0D1E-09D5-4417-8FE1-7EBEC15764FD}" presName="spaceRect" presStyleCnt="0"/>
      <dgm:spPr/>
    </dgm:pt>
    <dgm:pt modelId="{41C572B7-EC09-4A94-8656-C327C77C428B}" type="pres">
      <dgm:prSet presAssocID="{46AA0D1E-09D5-4417-8FE1-7EBEC15764FD}" presName="textRect" presStyleLbl="revTx" presStyleIdx="1" presStyleCnt="6">
        <dgm:presLayoutVars>
          <dgm:chMax val="1"/>
          <dgm:chPref val="1"/>
        </dgm:presLayoutVars>
      </dgm:prSet>
      <dgm:spPr/>
    </dgm:pt>
    <dgm:pt modelId="{A7A56748-0165-46B2-9EEF-69A246E797C3}" type="pres">
      <dgm:prSet presAssocID="{D62C58EF-4B34-464F-9C31-AAD646E3B738}" presName="sibTrans" presStyleLbl="sibTrans2D1" presStyleIdx="0" presStyleCnt="0"/>
      <dgm:spPr/>
    </dgm:pt>
    <dgm:pt modelId="{30280AE0-47BA-465D-AC22-CB6A027A87B5}" type="pres">
      <dgm:prSet presAssocID="{FBF946A2-4020-4341-818C-81C5ACA5E1B3}" presName="compNode" presStyleCnt="0"/>
      <dgm:spPr/>
    </dgm:pt>
    <dgm:pt modelId="{7CC022C1-3EC5-4DAE-9370-DCF65E674212}" type="pres">
      <dgm:prSet presAssocID="{FBF946A2-4020-4341-818C-81C5ACA5E1B3}" presName="iconBgRect" presStyleLbl="bgShp" presStyleIdx="2" presStyleCnt="6"/>
      <dgm:spPr/>
    </dgm:pt>
    <dgm:pt modelId="{9ADDE19D-1AFA-4555-9354-CBC8E2954B97}" type="pres">
      <dgm:prSet presAssocID="{FBF946A2-4020-4341-818C-81C5ACA5E1B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ily Calendar"/>
        </a:ext>
      </dgm:extLst>
    </dgm:pt>
    <dgm:pt modelId="{9A908DF8-64FB-4594-AE21-9F22BC267F93}" type="pres">
      <dgm:prSet presAssocID="{FBF946A2-4020-4341-818C-81C5ACA5E1B3}" presName="spaceRect" presStyleCnt="0"/>
      <dgm:spPr/>
    </dgm:pt>
    <dgm:pt modelId="{CF541A11-CAA0-4D65-9768-90F482DC358E}" type="pres">
      <dgm:prSet presAssocID="{FBF946A2-4020-4341-818C-81C5ACA5E1B3}" presName="textRect" presStyleLbl="revTx" presStyleIdx="2" presStyleCnt="6">
        <dgm:presLayoutVars>
          <dgm:chMax val="1"/>
          <dgm:chPref val="1"/>
        </dgm:presLayoutVars>
      </dgm:prSet>
      <dgm:spPr/>
    </dgm:pt>
    <dgm:pt modelId="{296A747C-C469-4146-A743-2E7B543D5AE1}" type="pres">
      <dgm:prSet presAssocID="{DD7C7D41-E6AF-4ED9-80B3-4BC79B700C67}" presName="sibTrans" presStyleLbl="sibTrans2D1" presStyleIdx="0" presStyleCnt="0"/>
      <dgm:spPr/>
    </dgm:pt>
    <dgm:pt modelId="{7C2A1DB1-047F-4C98-B104-9B25EF38042D}" type="pres">
      <dgm:prSet presAssocID="{BAD8069E-EFB8-4228-81B1-14EA0CA026C7}" presName="compNode" presStyleCnt="0"/>
      <dgm:spPr/>
    </dgm:pt>
    <dgm:pt modelId="{B2BB7B00-56D3-4138-975F-1C246CCE7035}" type="pres">
      <dgm:prSet presAssocID="{BAD8069E-EFB8-4228-81B1-14EA0CA026C7}" presName="iconBgRect" presStyleLbl="bgShp" presStyleIdx="3" presStyleCnt="6"/>
      <dgm:spPr/>
    </dgm:pt>
    <dgm:pt modelId="{CC316FEB-AA3F-4E27-9CEF-CCE5EE9642B8}" type="pres">
      <dgm:prSet presAssocID="{BAD8069E-EFB8-4228-81B1-14EA0CA026C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at"/>
        </a:ext>
      </dgm:extLst>
    </dgm:pt>
    <dgm:pt modelId="{698AC0F6-974B-424F-A214-5902297FC5B0}" type="pres">
      <dgm:prSet presAssocID="{BAD8069E-EFB8-4228-81B1-14EA0CA026C7}" presName="spaceRect" presStyleCnt="0"/>
      <dgm:spPr/>
    </dgm:pt>
    <dgm:pt modelId="{7800FDB6-D5B9-44F9-8571-2F2706D82DD3}" type="pres">
      <dgm:prSet presAssocID="{BAD8069E-EFB8-4228-81B1-14EA0CA026C7}" presName="textRect" presStyleLbl="revTx" presStyleIdx="3" presStyleCnt="6">
        <dgm:presLayoutVars>
          <dgm:chMax val="1"/>
          <dgm:chPref val="1"/>
        </dgm:presLayoutVars>
      </dgm:prSet>
      <dgm:spPr/>
    </dgm:pt>
    <dgm:pt modelId="{98027AA8-A0DD-4BEE-8A29-2198B2253DA7}" type="pres">
      <dgm:prSet presAssocID="{76AC2619-F9F7-4A82-875A-9AA793D4DCA2}" presName="sibTrans" presStyleLbl="sibTrans2D1" presStyleIdx="0" presStyleCnt="0"/>
      <dgm:spPr/>
    </dgm:pt>
    <dgm:pt modelId="{5993FCCF-8422-4973-B13E-A18D18307EBF}" type="pres">
      <dgm:prSet presAssocID="{48072F9A-045D-41CF-BD12-4311C8214141}" presName="compNode" presStyleCnt="0"/>
      <dgm:spPr/>
    </dgm:pt>
    <dgm:pt modelId="{8659F17D-1F68-4A2D-886B-76B0649D6238}" type="pres">
      <dgm:prSet presAssocID="{48072F9A-045D-41CF-BD12-4311C8214141}" presName="iconBgRect" presStyleLbl="bgShp" presStyleIdx="4" presStyleCnt="6"/>
      <dgm:spPr/>
    </dgm:pt>
    <dgm:pt modelId="{B05C8BED-DEF0-4B15-B175-DCC8BA99CD06}" type="pres">
      <dgm:prSet presAssocID="{48072F9A-045D-41CF-BD12-4311C821414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odcast"/>
        </a:ext>
      </dgm:extLst>
    </dgm:pt>
    <dgm:pt modelId="{2023B34B-E1BE-4CC2-82EA-872FBC7DE7D8}" type="pres">
      <dgm:prSet presAssocID="{48072F9A-045D-41CF-BD12-4311C8214141}" presName="spaceRect" presStyleCnt="0"/>
      <dgm:spPr/>
    </dgm:pt>
    <dgm:pt modelId="{67A51C69-7118-45C8-A3E9-07BA78075237}" type="pres">
      <dgm:prSet presAssocID="{48072F9A-045D-41CF-BD12-4311C8214141}" presName="textRect" presStyleLbl="revTx" presStyleIdx="4" presStyleCnt="6">
        <dgm:presLayoutVars>
          <dgm:chMax val="1"/>
          <dgm:chPref val="1"/>
        </dgm:presLayoutVars>
      </dgm:prSet>
      <dgm:spPr/>
    </dgm:pt>
    <dgm:pt modelId="{FF422E75-202A-49DE-B669-99A74797C280}" type="pres">
      <dgm:prSet presAssocID="{4D801597-25FA-4C92-901E-31615B3BE541}" presName="sibTrans" presStyleLbl="sibTrans2D1" presStyleIdx="0" presStyleCnt="0"/>
      <dgm:spPr/>
    </dgm:pt>
    <dgm:pt modelId="{30F0C10A-435E-4ECC-A846-0DC65DDD52E9}" type="pres">
      <dgm:prSet presAssocID="{7B0B634A-3E99-460C-9D05-BB3517D08DCE}" presName="compNode" presStyleCnt="0"/>
      <dgm:spPr/>
    </dgm:pt>
    <dgm:pt modelId="{7744E7EB-22B6-4AC1-812E-F58A4E04FFD3}" type="pres">
      <dgm:prSet presAssocID="{7B0B634A-3E99-460C-9D05-BB3517D08DCE}" presName="iconBgRect" presStyleLbl="bgShp" presStyleIdx="5" presStyleCnt="6"/>
      <dgm:spPr/>
    </dgm:pt>
    <dgm:pt modelId="{84A645B7-E8A7-46DB-8C03-3EF42747C6E2}" type="pres">
      <dgm:prSet presAssocID="{7B0B634A-3E99-460C-9D05-BB3517D08DC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Filter"/>
        </a:ext>
      </dgm:extLst>
    </dgm:pt>
    <dgm:pt modelId="{0EA5CF88-47EA-48CD-8CF9-6A4BF2BB3D0D}" type="pres">
      <dgm:prSet presAssocID="{7B0B634A-3E99-460C-9D05-BB3517D08DCE}" presName="spaceRect" presStyleCnt="0"/>
      <dgm:spPr/>
    </dgm:pt>
    <dgm:pt modelId="{66343C96-75C9-4C18-8F0C-74ADF11471FA}" type="pres">
      <dgm:prSet presAssocID="{7B0B634A-3E99-460C-9D05-BB3517D08DCE}" presName="textRect" presStyleLbl="revTx" presStyleIdx="5" presStyleCnt="6">
        <dgm:presLayoutVars>
          <dgm:chMax val="1"/>
          <dgm:chPref val="1"/>
        </dgm:presLayoutVars>
      </dgm:prSet>
      <dgm:spPr/>
    </dgm:pt>
  </dgm:ptLst>
  <dgm:cxnLst>
    <dgm:cxn modelId="{F2344901-965C-499A-9B01-4843481A05C1}" type="presOf" srcId="{48072F9A-045D-41CF-BD12-4311C8214141}" destId="{67A51C69-7118-45C8-A3E9-07BA78075237}" srcOrd="0" destOrd="0" presId="urn:microsoft.com/office/officeart/2018/2/layout/IconCircleList"/>
    <dgm:cxn modelId="{2968C21B-1CFD-401D-83B2-9E48A84D8498}" type="presOf" srcId="{D62C58EF-4B34-464F-9C31-AAD646E3B738}" destId="{A7A56748-0165-46B2-9EEF-69A246E797C3}" srcOrd="0" destOrd="0" presId="urn:microsoft.com/office/officeart/2018/2/layout/IconCircleList"/>
    <dgm:cxn modelId="{B12B6E1D-65EE-4351-BC02-DDEEE3F6D148}" type="presOf" srcId="{DD7C7D41-E6AF-4ED9-80B3-4BC79B700C67}" destId="{296A747C-C469-4146-A743-2E7B543D5AE1}" srcOrd="0" destOrd="0" presId="urn:microsoft.com/office/officeart/2018/2/layout/IconCircleList"/>
    <dgm:cxn modelId="{0E3B8121-AC85-4DB0-AE17-452A0AA8ACBB}" srcId="{071162BC-1AA3-4494-B2F1-429741447108}" destId="{8DB2F395-E81F-413A-98FF-6E21205C95C2}" srcOrd="0" destOrd="0" parTransId="{02CEE18A-2550-4B95-9CB3-22B393B059A3}" sibTransId="{23CC722E-16BA-4931-A61F-06E63BF5C341}"/>
    <dgm:cxn modelId="{51FB2C23-8500-4F35-9C07-8EF04305FFA1}" srcId="{071162BC-1AA3-4494-B2F1-429741447108}" destId="{BAD8069E-EFB8-4228-81B1-14EA0CA026C7}" srcOrd="3" destOrd="0" parTransId="{B14C657B-353C-481A-9F62-01BBF8A4E42F}" sibTransId="{76AC2619-F9F7-4A82-875A-9AA793D4DCA2}"/>
    <dgm:cxn modelId="{54EE1B28-F13B-4D5F-B9B6-1CC9B2248D98}" type="presOf" srcId="{8DB2F395-E81F-413A-98FF-6E21205C95C2}" destId="{38348C3C-EF36-4B8F-A023-D35F70F5B631}" srcOrd="0" destOrd="0" presId="urn:microsoft.com/office/officeart/2018/2/layout/IconCircleList"/>
    <dgm:cxn modelId="{DCD23E30-EF63-49CD-B132-A72839515A8F}" type="presOf" srcId="{4D801597-25FA-4C92-901E-31615B3BE541}" destId="{FF422E75-202A-49DE-B669-99A74797C280}" srcOrd="0" destOrd="0" presId="urn:microsoft.com/office/officeart/2018/2/layout/IconCircleList"/>
    <dgm:cxn modelId="{73C1243D-745B-4A84-97A7-2314991FB480}" type="presOf" srcId="{46AA0D1E-09D5-4417-8FE1-7EBEC15764FD}" destId="{41C572B7-EC09-4A94-8656-C327C77C428B}" srcOrd="0" destOrd="0" presId="urn:microsoft.com/office/officeart/2018/2/layout/IconCircleList"/>
    <dgm:cxn modelId="{98A7AF6C-D997-442E-B048-2339184B6479}" srcId="{071162BC-1AA3-4494-B2F1-429741447108}" destId="{FBF946A2-4020-4341-818C-81C5ACA5E1B3}" srcOrd="2" destOrd="0" parTransId="{BADEDC21-7254-481F-A417-03BB36B082F7}" sibTransId="{DD7C7D41-E6AF-4ED9-80B3-4BC79B700C67}"/>
    <dgm:cxn modelId="{F2257158-FA38-49FB-9784-CCABF5341E10}" type="presOf" srcId="{76AC2619-F9F7-4A82-875A-9AA793D4DCA2}" destId="{98027AA8-A0DD-4BEE-8A29-2198B2253DA7}" srcOrd="0" destOrd="0" presId="urn:microsoft.com/office/officeart/2018/2/layout/IconCircleList"/>
    <dgm:cxn modelId="{9C780890-1892-45D9-A557-D557DBB7D012}" type="presOf" srcId="{071162BC-1AA3-4494-B2F1-429741447108}" destId="{38EA7C95-C2D0-4665-A972-AB3C15B7B945}" srcOrd="0" destOrd="0" presId="urn:microsoft.com/office/officeart/2018/2/layout/IconCircleList"/>
    <dgm:cxn modelId="{ABC91699-8B8A-46AD-8E91-40773D006B04}" type="presOf" srcId="{7B0B634A-3E99-460C-9D05-BB3517D08DCE}" destId="{66343C96-75C9-4C18-8F0C-74ADF11471FA}" srcOrd="0" destOrd="0" presId="urn:microsoft.com/office/officeart/2018/2/layout/IconCircleList"/>
    <dgm:cxn modelId="{13C4C2BB-4481-4F0D-B7B9-3D4CF32FE1A7}" srcId="{071162BC-1AA3-4494-B2F1-429741447108}" destId="{48072F9A-045D-41CF-BD12-4311C8214141}" srcOrd="4" destOrd="0" parTransId="{EF619CBE-8E0E-4670-B580-7DE8F8E7EC86}" sibTransId="{4D801597-25FA-4C92-901E-31615B3BE541}"/>
    <dgm:cxn modelId="{4B8F52CA-D3D1-44F0-8DE4-8C826A5EBDF5}" srcId="{071162BC-1AA3-4494-B2F1-429741447108}" destId="{7B0B634A-3E99-460C-9D05-BB3517D08DCE}" srcOrd="5" destOrd="0" parTransId="{99664E98-7A8E-4961-B745-5512351BF728}" sibTransId="{EC7FBA31-B94A-4FA3-A28F-E9460C3700FE}"/>
    <dgm:cxn modelId="{548F06CE-E763-4F85-A90B-D0F9C433A2B3}" srcId="{071162BC-1AA3-4494-B2F1-429741447108}" destId="{46AA0D1E-09D5-4417-8FE1-7EBEC15764FD}" srcOrd="1" destOrd="0" parTransId="{485C4B6B-FAF5-4E32-9A5C-632C5C8B4D26}" sibTransId="{D62C58EF-4B34-464F-9C31-AAD646E3B738}"/>
    <dgm:cxn modelId="{79A96ED1-D358-4810-A9B9-453582C957BF}" type="presOf" srcId="{BAD8069E-EFB8-4228-81B1-14EA0CA026C7}" destId="{7800FDB6-D5B9-44F9-8571-2F2706D82DD3}" srcOrd="0" destOrd="0" presId="urn:microsoft.com/office/officeart/2018/2/layout/IconCircleList"/>
    <dgm:cxn modelId="{6ECCE3D4-7A67-4F41-9689-2A293D643DE3}" type="presOf" srcId="{FBF946A2-4020-4341-818C-81C5ACA5E1B3}" destId="{CF541A11-CAA0-4D65-9768-90F482DC358E}" srcOrd="0" destOrd="0" presId="urn:microsoft.com/office/officeart/2018/2/layout/IconCircleList"/>
    <dgm:cxn modelId="{C1117AE4-BDDB-4FA9-9BE7-8B591323ED68}" type="presOf" srcId="{23CC722E-16BA-4931-A61F-06E63BF5C341}" destId="{F5C639E0-92D4-41AA-9858-94015C0092A8}" srcOrd="0" destOrd="0" presId="urn:microsoft.com/office/officeart/2018/2/layout/IconCircleList"/>
    <dgm:cxn modelId="{9067ED9C-B3A0-4929-AF1F-29B33FBB56DF}" type="presParOf" srcId="{38EA7C95-C2D0-4665-A972-AB3C15B7B945}" destId="{DB8CB4CA-A42A-4712-9C40-8405E4A20DEE}" srcOrd="0" destOrd="0" presId="urn:microsoft.com/office/officeart/2018/2/layout/IconCircleList"/>
    <dgm:cxn modelId="{C3B6A898-48FC-4F04-A33C-038E3B8D813F}" type="presParOf" srcId="{DB8CB4CA-A42A-4712-9C40-8405E4A20DEE}" destId="{55F347F0-377C-473C-9BA9-5CEA57F42A31}" srcOrd="0" destOrd="0" presId="urn:microsoft.com/office/officeart/2018/2/layout/IconCircleList"/>
    <dgm:cxn modelId="{9D1B1B8F-F51E-4460-8A28-0BFC6B0A74FA}" type="presParOf" srcId="{55F347F0-377C-473C-9BA9-5CEA57F42A31}" destId="{42EF245E-22FB-4DAA-875D-524050B7D442}" srcOrd="0" destOrd="0" presId="urn:microsoft.com/office/officeart/2018/2/layout/IconCircleList"/>
    <dgm:cxn modelId="{9BED192F-8896-4B7D-946D-CA48B651A0B4}" type="presParOf" srcId="{55F347F0-377C-473C-9BA9-5CEA57F42A31}" destId="{42A08029-8D82-4985-A37F-9A403F2C65F4}" srcOrd="1" destOrd="0" presId="urn:microsoft.com/office/officeart/2018/2/layout/IconCircleList"/>
    <dgm:cxn modelId="{501C5628-91F6-42E2-86AB-E25F8C7BE8FC}" type="presParOf" srcId="{55F347F0-377C-473C-9BA9-5CEA57F42A31}" destId="{CFDB010A-CFD6-4B79-8EA8-572CF8A6B674}" srcOrd="2" destOrd="0" presId="urn:microsoft.com/office/officeart/2018/2/layout/IconCircleList"/>
    <dgm:cxn modelId="{ECC51BE1-23AE-43F0-8D76-81904F634BBA}" type="presParOf" srcId="{55F347F0-377C-473C-9BA9-5CEA57F42A31}" destId="{38348C3C-EF36-4B8F-A023-D35F70F5B631}" srcOrd="3" destOrd="0" presId="urn:microsoft.com/office/officeart/2018/2/layout/IconCircleList"/>
    <dgm:cxn modelId="{48659854-27EC-43E1-92C4-D710945E0946}" type="presParOf" srcId="{DB8CB4CA-A42A-4712-9C40-8405E4A20DEE}" destId="{F5C639E0-92D4-41AA-9858-94015C0092A8}" srcOrd="1" destOrd="0" presId="urn:microsoft.com/office/officeart/2018/2/layout/IconCircleList"/>
    <dgm:cxn modelId="{EE3B0C8D-71BD-4C9D-8C52-BC2F1B7A4F17}" type="presParOf" srcId="{DB8CB4CA-A42A-4712-9C40-8405E4A20DEE}" destId="{D60DC9B1-4101-4638-BE9E-4B080B8E485F}" srcOrd="2" destOrd="0" presId="urn:microsoft.com/office/officeart/2018/2/layout/IconCircleList"/>
    <dgm:cxn modelId="{79849D08-00A6-4783-8BF0-64A715204E9B}" type="presParOf" srcId="{D60DC9B1-4101-4638-BE9E-4B080B8E485F}" destId="{6B8CF5A1-8558-4935-9922-2E974E5A55B1}" srcOrd="0" destOrd="0" presId="urn:microsoft.com/office/officeart/2018/2/layout/IconCircleList"/>
    <dgm:cxn modelId="{9F5BA161-BC2D-4EC3-8BCA-D543FB39F87B}" type="presParOf" srcId="{D60DC9B1-4101-4638-BE9E-4B080B8E485F}" destId="{33FF58F8-2224-4F92-81CD-1D81D0236B18}" srcOrd="1" destOrd="0" presId="urn:microsoft.com/office/officeart/2018/2/layout/IconCircleList"/>
    <dgm:cxn modelId="{17A4C6F9-8A97-4059-9284-ED5AFCFE4DD6}" type="presParOf" srcId="{D60DC9B1-4101-4638-BE9E-4B080B8E485F}" destId="{54D67F01-BBF8-412D-B5A7-436D75583E1D}" srcOrd="2" destOrd="0" presId="urn:microsoft.com/office/officeart/2018/2/layout/IconCircleList"/>
    <dgm:cxn modelId="{4956E6B8-F877-4EEC-B5D0-D47B415E45E5}" type="presParOf" srcId="{D60DC9B1-4101-4638-BE9E-4B080B8E485F}" destId="{41C572B7-EC09-4A94-8656-C327C77C428B}" srcOrd="3" destOrd="0" presId="urn:microsoft.com/office/officeart/2018/2/layout/IconCircleList"/>
    <dgm:cxn modelId="{5F630B53-3DE4-44C2-9741-2C9BD9E6697A}" type="presParOf" srcId="{DB8CB4CA-A42A-4712-9C40-8405E4A20DEE}" destId="{A7A56748-0165-46B2-9EEF-69A246E797C3}" srcOrd="3" destOrd="0" presId="urn:microsoft.com/office/officeart/2018/2/layout/IconCircleList"/>
    <dgm:cxn modelId="{09A8CEE2-ECA3-4BA1-B313-B23592CB3057}" type="presParOf" srcId="{DB8CB4CA-A42A-4712-9C40-8405E4A20DEE}" destId="{30280AE0-47BA-465D-AC22-CB6A027A87B5}" srcOrd="4" destOrd="0" presId="urn:microsoft.com/office/officeart/2018/2/layout/IconCircleList"/>
    <dgm:cxn modelId="{280DA4A0-64AE-45C3-AFCD-79A00995252A}" type="presParOf" srcId="{30280AE0-47BA-465D-AC22-CB6A027A87B5}" destId="{7CC022C1-3EC5-4DAE-9370-DCF65E674212}" srcOrd="0" destOrd="0" presId="urn:microsoft.com/office/officeart/2018/2/layout/IconCircleList"/>
    <dgm:cxn modelId="{4432C810-135F-4105-B8E3-D126E0EBCB1E}" type="presParOf" srcId="{30280AE0-47BA-465D-AC22-CB6A027A87B5}" destId="{9ADDE19D-1AFA-4555-9354-CBC8E2954B97}" srcOrd="1" destOrd="0" presId="urn:microsoft.com/office/officeart/2018/2/layout/IconCircleList"/>
    <dgm:cxn modelId="{8B97DAF5-1438-47C1-A4D7-2BB472860850}" type="presParOf" srcId="{30280AE0-47BA-465D-AC22-CB6A027A87B5}" destId="{9A908DF8-64FB-4594-AE21-9F22BC267F93}" srcOrd="2" destOrd="0" presId="urn:microsoft.com/office/officeart/2018/2/layout/IconCircleList"/>
    <dgm:cxn modelId="{D468D1C7-C761-4B86-8D7F-11D77BF4A67C}" type="presParOf" srcId="{30280AE0-47BA-465D-AC22-CB6A027A87B5}" destId="{CF541A11-CAA0-4D65-9768-90F482DC358E}" srcOrd="3" destOrd="0" presId="urn:microsoft.com/office/officeart/2018/2/layout/IconCircleList"/>
    <dgm:cxn modelId="{38F1901E-6EA9-409A-972D-973B8A0CE638}" type="presParOf" srcId="{DB8CB4CA-A42A-4712-9C40-8405E4A20DEE}" destId="{296A747C-C469-4146-A743-2E7B543D5AE1}" srcOrd="5" destOrd="0" presId="urn:microsoft.com/office/officeart/2018/2/layout/IconCircleList"/>
    <dgm:cxn modelId="{1003F24A-AC4A-4AF4-AAC6-5A542FB78069}" type="presParOf" srcId="{DB8CB4CA-A42A-4712-9C40-8405E4A20DEE}" destId="{7C2A1DB1-047F-4C98-B104-9B25EF38042D}" srcOrd="6" destOrd="0" presId="urn:microsoft.com/office/officeart/2018/2/layout/IconCircleList"/>
    <dgm:cxn modelId="{1CD77E50-5D87-43B4-B748-777FB1ECC8A6}" type="presParOf" srcId="{7C2A1DB1-047F-4C98-B104-9B25EF38042D}" destId="{B2BB7B00-56D3-4138-975F-1C246CCE7035}" srcOrd="0" destOrd="0" presId="urn:microsoft.com/office/officeart/2018/2/layout/IconCircleList"/>
    <dgm:cxn modelId="{84F800AC-17E1-4AEB-A3F8-3261E209EEF3}" type="presParOf" srcId="{7C2A1DB1-047F-4C98-B104-9B25EF38042D}" destId="{CC316FEB-AA3F-4E27-9CEF-CCE5EE9642B8}" srcOrd="1" destOrd="0" presId="urn:microsoft.com/office/officeart/2018/2/layout/IconCircleList"/>
    <dgm:cxn modelId="{554A058D-D2A6-4CA7-87FD-56FB7E4AE857}" type="presParOf" srcId="{7C2A1DB1-047F-4C98-B104-9B25EF38042D}" destId="{698AC0F6-974B-424F-A214-5902297FC5B0}" srcOrd="2" destOrd="0" presId="urn:microsoft.com/office/officeart/2018/2/layout/IconCircleList"/>
    <dgm:cxn modelId="{80713A3B-F7F5-4EE3-878A-38E9311E72D1}" type="presParOf" srcId="{7C2A1DB1-047F-4C98-B104-9B25EF38042D}" destId="{7800FDB6-D5B9-44F9-8571-2F2706D82DD3}" srcOrd="3" destOrd="0" presId="urn:microsoft.com/office/officeart/2018/2/layout/IconCircleList"/>
    <dgm:cxn modelId="{80500604-FDE1-42BF-9A15-889B3D6AF78F}" type="presParOf" srcId="{DB8CB4CA-A42A-4712-9C40-8405E4A20DEE}" destId="{98027AA8-A0DD-4BEE-8A29-2198B2253DA7}" srcOrd="7" destOrd="0" presId="urn:microsoft.com/office/officeart/2018/2/layout/IconCircleList"/>
    <dgm:cxn modelId="{29B7F60C-0A89-4444-895E-C71C3381596B}" type="presParOf" srcId="{DB8CB4CA-A42A-4712-9C40-8405E4A20DEE}" destId="{5993FCCF-8422-4973-B13E-A18D18307EBF}" srcOrd="8" destOrd="0" presId="urn:microsoft.com/office/officeart/2018/2/layout/IconCircleList"/>
    <dgm:cxn modelId="{25EBFC46-8D14-402B-A74A-FF05304D7D0F}" type="presParOf" srcId="{5993FCCF-8422-4973-B13E-A18D18307EBF}" destId="{8659F17D-1F68-4A2D-886B-76B0649D6238}" srcOrd="0" destOrd="0" presId="urn:microsoft.com/office/officeart/2018/2/layout/IconCircleList"/>
    <dgm:cxn modelId="{0A613EC1-952E-4B09-B781-8462A232A190}" type="presParOf" srcId="{5993FCCF-8422-4973-B13E-A18D18307EBF}" destId="{B05C8BED-DEF0-4B15-B175-DCC8BA99CD06}" srcOrd="1" destOrd="0" presId="urn:microsoft.com/office/officeart/2018/2/layout/IconCircleList"/>
    <dgm:cxn modelId="{E73B0791-37F2-42CD-A660-5C9C606B27DA}" type="presParOf" srcId="{5993FCCF-8422-4973-B13E-A18D18307EBF}" destId="{2023B34B-E1BE-4CC2-82EA-872FBC7DE7D8}" srcOrd="2" destOrd="0" presId="urn:microsoft.com/office/officeart/2018/2/layout/IconCircleList"/>
    <dgm:cxn modelId="{18DA9A70-7ED1-4960-B8D2-674AE4EAA411}" type="presParOf" srcId="{5993FCCF-8422-4973-B13E-A18D18307EBF}" destId="{67A51C69-7118-45C8-A3E9-07BA78075237}" srcOrd="3" destOrd="0" presId="urn:microsoft.com/office/officeart/2018/2/layout/IconCircleList"/>
    <dgm:cxn modelId="{32369AEB-E125-4A80-A068-BD9A524A7890}" type="presParOf" srcId="{DB8CB4CA-A42A-4712-9C40-8405E4A20DEE}" destId="{FF422E75-202A-49DE-B669-99A74797C280}" srcOrd="9" destOrd="0" presId="urn:microsoft.com/office/officeart/2018/2/layout/IconCircleList"/>
    <dgm:cxn modelId="{347F28A2-0CCB-4946-92FE-A84E1ECC9560}" type="presParOf" srcId="{DB8CB4CA-A42A-4712-9C40-8405E4A20DEE}" destId="{30F0C10A-435E-4ECC-A846-0DC65DDD52E9}" srcOrd="10" destOrd="0" presId="urn:microsoft.com/office/officeart/2018/2/layout/IconCircleList"/>
    <dgm:cxn modelId="{EF18256E-E4D0-4A31-8914-F3C4326203EC}" type="presParOf" srcId="{30F0C10A-435E-4ECC-A846-0DC65DDD52E9}" destId="{7744E7EB-22B6-4AC1-812E-F58A4E04FFD3}" srcOrd="0" destOrd="0" presId="urn:microsoft.com/office/officeart/2018/2/layout/IconCircleList"/>
    <dgm:cxn modelId="{0C20DD22-96A8-4345-8F83-26EFA0AAA1D3}" type="presParOf" srcId="{30F0C10A-435E-4ECC-A846-0DC65DDD52E9}" destId="{84A645B7-E8A7-46DB-8C03-3EF42747C6E2}" srcOrd="1" destOrd="0" presId="urn:microsoft.com/office/officeart/2018/2/layout/IconCircleList"/>
    <dgm:cxn modelId="{091998AC-A071-4A1A-953F-EABBDFB014B3}" type="presParOf" srcId="{30F0C10A-435E-4ECC-A846-0DC65DDD52E9}" destId="{0EA5CF88-47EA-48CD-8CF9-6A4BF2BB3D0D}" srcOrd="2" destOrd="0" presId="urn:microsoft.com/office/officeart/2018/2/layout/IconCircleList"/>
    <dgm:cxn modelId="{391AB190-3372-47C7-934F-344E3FEFE723}" type="presParOf" srcId="{30F0C10A-435E-4ECC-A846-0DC65DDD52E9}" destId="{66343C96-75C9-4C18-8F0C-74ADF11471F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450E1A8-694C-4D64-ACBD-63977E5C0C84}"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8E97348F-B844-440C-8E12-56B97512B959}">
      <dgm:prSet/>
      <dgm:spPr/>
      <dgm:t>
        <a:bodyPr/>
        <a:lstStyle/>
        <a:p>
          <a:r>
            <a:rPr lang="en-US" b="1"/>
            <a:t>Razor Layouts:</a:t>
          </a:r>
          <a:r>
            <a:rPr lang="en-US"/>
            <a:t> _Layout.cshtml defines the base structure for all pages</a:t>
          </a:r>
        </a:p>
      </dgm:t>
    </dgm:pt>
    <dgm:pt modelId="{941F3021-CE56-435E-952A-DC6297D16681}" type="parTrans" cxnId="{861D2C94-0C90-40EE-AA65-A89EC082D566}">
      <dgm:prSet/>
      <dgm:spPr/>
      <dgm:t>
        <a:bodyPr/>
        <a:lstStyle/>
        <a:p>
          <a:endParaRPr lang="en-US"/>
        </a:p>
      </dgm:t>
    </dgm:pt>
    <dgm:pt modelId="{10B990F0-8A89-4011-8920-E0118C7882AB}" type="sibTrans" cxnId="{861D2C94-0C90-40EE-AA65-A89EC082D566}">
      <dgm:prSet/>
      <dgm:spPr/>
      <dgm:t>
        <a:bodyPr/>
        <a:lstStyle/>
        <a:p>
          <a:endParaRPr lang="en-US"/>
        </a:p>
      </dgm:t>
    </dgm:pt>
    <dgm:pt modelId="{750B0FC8-4DF2-4B4A-94A8-4A6AA5F35AEC}">
      <dgm:prSet/>
      <dgm:spPr/>
      <dgm:t>
        <a:bodyPr/>
        <a:lstStyle/>
        <a:p>
          <a:r>
            <a:rPr lang="en-US" b="1"/>
            <a:t>Navigation:</a:t>
          </a:r>
          <a:r>
            <a:rPr lang="en-US"/>
            <a:t> Custom navbars for Admin and Member roles</a:t>
          </a:r>
        </a:p>
      </dgm:t>
    </dgm:pt>
    <dgm:pt modelId="{4D77225A-4FB3-4B86-97E7-37F26004931E}" type="parTrans" cxnId="{EBDD155D-BAB3-4E79-A0D8-61E00E9A195F}">
      <dgm:prSet/>
      <dgm:spPr/>
      <dgm:t>
        <a:bodyPr/>
        <a:lstStyle/>
        <a:p>
          <a:endParaRPr lang="en-US"/>
        </a:p>
      </dgm:t>
    </dgm:pt>
    <dgm:pt modelId="{481FC802-F9AB-4250-9413-9592D20A9840}" type="sibTrans" cxnId="{EBDD155D-BAB3-4E79-A0D8-61E00E9A195F}">
      <dgm:prSet/>
      <dgm:spPr/>
      <dgm:t>
        <a:bodyPr/>
        <a:lstStyle/>
        <a:p>
          <a:endParaRPr lang="en-US"/>
        </a:p>
      </dgm:t>
    </dgm:pt>
    <dgm:pt modelId="{FB1272B7-AFFA-4FC4-83A1-4E6645CCD4AC}">
      <dgm:prSet/>
      <dgm:spPr/>
      <dgm:t>
        <a:bodyPr/>
        <a:lstStyle/>
        <a:p>
          <a:r>
            <a:rPr lang="en-US" b="1"/>
            <a:t>Client-side Validation:</a:t>
          </a:r>
          <a:r>
            <a:rPr lang="en-US"/>
            <a:t> _ValidationScriptsPartial.cshtml</a:t>
          </a:r>
        </a:p>
      </dgm:t>
    </dgm:pt>
    <dgm:pt modelId="{3A302267-6945-4021-84F7-F04A813DED95}" type="parTrans" cxnId="{F06F1B71-194C-433E-A0E2-CC4A53BF3729}">
      <dgm:prSet/>
      <dgm:spPr/>
      <dgm:t>
        <a:bodyPr/>
        <a:lstStyle/>
        <a:p>
          <a:endParaRPr lang="en-US"/>
        </a:p>
      </dgm:t>
    </dgm:pt>
    <dgm:pt modelId="{96447E05-7F5A-4E30-9B40-D36B43FEEB29}" type="sibTrans" cxnId="{F06F1B71-194C-433E-A0E2-CC4A53BF3729}">
      <dgm:prSet/>
      <dgm:spPr/>
      <dgm:t>
        <a:bodyPr/>
        <a:lstStyle/>
        <a:p>
          <a:endParaRPr lang="en-US"/>
        </a:p>
      </dgm:t>
    </dgm:pt>
    <dgm:pt modelId="{F2CBA927-F24F-4E5C-9828-871A4FBAD878}">
      <dgm:prSet/>
      <dgm:spPr/>
      <dgm:t>
        <a:bodyPr/>
        <a:lstStyle/>
        <a:p>
          <a:r>
            <a:rPr lang="en-US" b="1"/>
            <a:t>Dynamic Rendering:</a:t>
          </a:r>
          <a:r>
            <a:rPr lang="en-US"/>
            <a:t> AJAX and partial views for smooth updates</a:t>
          </a:r>
        </a:p>
      </dgm:t>
    </dgm:pt>
    <dgm:pt modelId="{505CD376-55B4-4E87-A440-EB1DAD599CA6}" type="parTrans" cxnId="{625E2581-D7B0-4B3A-9D43-6CF065FAAA03}">
      <dgm:prSet/>
      <dgm:spPr/>
      <dgm:t>
        <a:bodyPr/>
        <a:lstStyle/>
        <a:p>
          <a:endParaRPr lang="en-US"/>
        </a:p>
      </dgm:t>
    </dgm:pt>
    <dgm:pt modelId="{9DB63892-D533-4A7D-9896-FFD3AC463C7C}" type="sibTrans" cxnId="{625E2581-D7B0-4B3A-9D43-6CF065FAAA03}">
      <dgm:prSet/>
      <dgm:spPr/>
      <dgm:t>
        <a:bodyPr/>
        <a:lstStyle/>
        <a:p>
          <a:endParaRPr lang="en-US"/>
        </a:p>
      </dgm:t>
    </dgm:pt>
    <dgm:pt modelId="{0BEFC6F2-A20A-4B29-8D77-FC7B5D07FDE1}">
      <dgm:prSet/>
      <dgm:spPr/>
      <dgm:t>
        <a:bodyPr/>
        <a:lstStyle/>
        <a:p>
          <a:r>
            <a:rPr lang="en-US" b="1"/>
            <a:t>Responsive UI:</a:t>
          </a:r>
          <a:r>
            <a:rPr lang="en-US"/>
            <a:t> Optimized with Tailwind Grid and Components</a:t>
          </a:r>
        </a:p>
      </dgm:t>
    </dgm:pt>
    <dgm:pt modelId="{753EF9CD-6A05-4BFE-9598-62D4BAACF0DF}" type="parTrans" cxnId="{02FB08FF-E606-4703-88FD-46D966642BE2}">
      <dgm:prSet/>
      <dgm:spPr/>
      <dgm:t>
        <a:bodyPr/>
        <a:lstStyle/>
        <a:p>
          <a:endParaRPr lang="en-US"/>
        </a:p>
      </dgm:t>
    </dgm:pt>
    <dgm:pt modelId="{1F72C4AB-B2A1-41E5-A052-CE8A899D8CB8}" type="sibTrans" cxnId="{02FB08FF-E606-4703-88FD-46D966642BE2}">
      <dgm:prSet/>
      <dgm:spPr/>
      <dgm:t>
        <a:bodyPr/>
        <a:lstStyle/>
        <a:p>
          <a:endParaRPr lang="en-US"/>
        </a:p>
      </dgm:t>
    </dgm:pt>
    <dgm:pt modelId="{1D4DBBA2-6E23-4621-92D2-18388F9F4D24}" type="pres">
      <dgm:prSet presAssocID="{6450E1A8-694C-4D64-ACBD-63977E5C0C84}" presName="diagram" presStyleCnt="0">
        <dgm:presLayoutVars>
          <dgm:dir/>
          <dgm:resizeHandles val="exact"/>
        </dgm:presLayoutVars>
      </dgm:prSet>
      <dgm:spPr/>
    </dgm:pt>
    <dgm:pt modelId="{165051F3-3AAF-4A6D-80AE-530231306C2C}" type="pres">
      <dgm:prSet presAssocID="{8E97348F-B844-440C-8E12-56B97512B959}" presName="node" presStyleLbl="node1" presStyleIdx="0" presStyleCnt="5">
        <dgm:presLayoutVars>
          <dgm:bulletEnabled val="1"/>
        </dgm:presLayoutVars>
      </dgm:prSet>
      <dgm:spPr/>
    </dgm:pt>
    <dgm:pt modelId="{762AE578-A0E6-41F0-92EF-4FC02986EECE}" type="pres">
      <dgm:prSet presAssocID="{10B990F0-8A89-4011-8920-E0118C7882AB}" presName="sibTrans" presStyleCnt="0"/>
      <dgm:spPr/>
    </dgm:pt>
    <dgm:pt modelId="{6806AFF5-B648-4DFC-9DBD-3C6F594079BB}" type="pres">
      <dgm:prSet presAssocID="{750B0FC8-4DF2-4B4A-94A8-4A6AA5F35AEC}" presName="node" presStyleLbl="node1" presStyleIdx="1" presStyleCnt="5">
        <dgm:presLayoutVars>
          <dgm:bulletEnabled val="1"/>
        </dgm:presLayoutVars>
      </dgm:prSet>
      <dgm:spPr/>
    </dgm:pt>
    <dgm:pt modelId="{A4F5EE21-9C0F-4537-83E5-37EC922E6E2C}" type="pres">
      <dgm:prSet presAssocID="{481FC802-F9AB-4250-9413-9592D20A9840}" presName="sibTrans" presStyleCnt="0"/>
      <dgm:spPr/>
    </dgm:pt>
    <dgm:pt modelId="{0A72DFFE-F77D-4F93-8C58-A86293751D78}" type="pres">
      <dgm:prSet presAssocID="{FB1272B7-AFFA-4FC4-83A1-4E6645CCD4AC}" presName="node" presStyleLbl="node1" presStyleIdx="2" presStyleCnt="5">
        <dgm:presLayoutVars>
          <dgm:bulletEnabled val="1"/>
        </dgm:presLayoutVars>
      </dgm:prSet>
      <dgm:spPr/>
    </dgm:pt>
    <dgm:pt modelId="{C4605BC0-89E2-453D-9C05-A95B9174A61C}" type="pres">
      <dgm:prSet presAssocID="{96447E05-7F5A-4E30-9B40-D36B43FEEB29}" presName="sibTrans" presStyleCnt="0"/>
      <dgm:spPr/>
    </dgm:pt>
    <dgm:pt modelId="{79C78D34-4EDA-4D67-9D1C-7B6F95691076}" type="pres">
      <dgm:prSet presAssocID="{F2CBA927-F24F-4E5C-9828-871A4FBAD878}" presName="node" presStyleLbl="node1" presStyleIdx="3" presStyleCnt="5">
        <dgm:presLayoutVars>
          <dgm:bulletEnabled val="1"/>
        </dgm:presLayoutVars>
      </dgm:prSet>
      <dgm:spPr/>
    </dgm:pt>
    <dgm:pt modelId="{1001EE29-1EA3-4665-A9A0-2F905139142C}" type="pres">
      <dgm:prSet presAssocID="{9DB63892-D533-4A7D-9896-FFD3AC463C7C}" presName="sibTrans" presStyleCnt="0"/>
      <dgm:spPr/>
    </dgm:pt>
    <dgm:pt modelId="{6AED4B65-7D98-49FC-ABFA-7307D8393BFA}" type="pres">
      <dgm:prSet presAssocID="{0BEFC6F2-A20A-4B29-8D77-FC7B5D07FDE1}" presName="node" presStyleLbl="node1" presStyleIdx="4" presStyleCnt="5">
        <dgm:presLayoutVars>
          <dgm:bulletEnabled val="1"/>
        </dgm:presLayoutVars>
      </dgm:prSet>
      <dgm:spPr/>
    </dgm:pt>
  </dgm:ptLst>
  <dgm:cxnLst>
    <dgm:cxn modelId="{B6BCD01F-31D7-4EAC-B4C1-78AEDCE86FB8}" type="presOf" srcId="{F2CBA927-F24F-4E5C-9828-871A4FBAD878}" destId="{79C78D34-4EDA-4D67-9D1C-7B6F95691076}" srcOrd="0" destOrd="0" presId="urn:microsoft.com/office/officeart/2005/8/layout/default"/>
    <dgm:cxn modelId="{EBDD155D-BAB3-4E79-A0D8-61E00E9A195F}" srcId="{6450E1A8-694C-4D64-ACBD-63977E5C0C84}" destId="{750B0FC8-4DF2-4B4A-94A8-4A6AA5F35AEC}" srcOrd="1" destOrd="0" parTransId="{4D77225A-4FB3-4B86-97E7-37F26004931E}" sibTransId="{481FC802-F9AB-4250-9413-9592D20A9840}"/>
    <dgm:cxn modelId="{C0D97461-4D1A-4FC8-85BB-C07A52A048EE}" type="presOf" srcId="{0BEFC6F2-A20A-4B29-8D77-FC7B5D07FDE1}" destId="{6AED4B65-7D98-49FC-ABFA-7307D8393BFA}" srcOrd="0" destOrd="0" presId="urn:microsoft.com/office/officeart/2005/8/layout/default"/>
    <dgm:cxn modelId="{9E70F543-A2A3-439A-99FE-026A2046E8DE}" type="presOf" srcId="{750B0FC8-4DF2-4B4A-94A8-4A6AA5F35AEC}" destId="{6806AFF5-B648-4DFC-9DBD-3C6F594079BB}" srcOrd="0" destOrd="0" presId="urn:microsoft.com/office/officeart/2005/8/layout/default"/>
    <dgm:cxn modelId="{F06F1B71-194C-433E-A0E2-CC4A53BF3729}" srcId="{6450E1A8-694C-4D64-ACBD-63977E5C0C84}" destId="{FB1272B7-AFFA-4FC4-83A1-4E6645CCD4AC}" srcOrd="2" destOrd="0" parTransId="{3A302267-6945-4021-84F7-F04A813DED95}" sibTransId="{96447E05-7F5A-4E30-9B40-D36B43FEEB29}"/>
    <dgm:cxn modelId="{DF89DA71-B687-4406-9F30-62CA54FC8E55}" type="presOf" srcId="{6450E1A8-694C-4D64-ACBD-63977E5C0C84}" destId="{1D4DBBA2-6E23-4621-92D2-18388F9F4D24}" srcOrd="0" destOrd="0" presId="urn:microsoft.com/office/officeart/2005/8/layout/default"/>
    <dgm:cxn modelId="{5B1F7E7B-0181-4064-B0FD-5D9CAD2328DA}" type="presOf" srcId="{FB1272B7-AFFA-4FC4-83A1-4E6645CCD4AC}" destId="{0A72DFFE-F77D-4F93-8C58-A86293751D78}" srcOrd="0" destOrd="0" presId="urn:microsoft.com/office/officeart/2005/8/layout/default"/>
    <dgm:cxn modelId="{625E2581-D7B0-4B3A-9D43-6CF065FAAA03}" srcId="{6450E1A8-694C-4D64-ACBD-63977E5C0C84}" destId="{F2CBA927-F24F-4E5C-9828-871A4FBAD878}" srcOrd="3" destOrd="0" parTransId="{505CD376-55B4-4E87-A440-EB1DAD599CA6}" sibTransId="{9DB63892-D533-4A7D-9896-FFD3AC463C7C}"/>
    <dgm:cxn modelId="{861D2C94-0C90-40EE-AA65-A89EC082D566}" srcId="{6450E1A8-694C-4D64-ACBD-63977E5C0C84}" destId="{8E97348F-B844-440C-8E12-56B97512B959}" srcOrd="0" destOrd="0" parTransId="{941F3021-CE56-435E-952A-DC6297D16681}" sibTransId="{10B990F0-8A89-4011-8920-E0118C7882AB}"/>
    <dgm:cxn modelId="{8F30C0B6-2605-4FA9-BDEF-75E73F843F07}" type="presOf" srcId="{8E97348F-B844-440C-8E12-56B97512B959}" destId="{165051F3-3AAF-4A6D-80AE-530231306C2C}" srcOrd="0" destOrd="0" presId="urn:microsoft.com/office/officeart/2005/8/layout/default"/>
    <dgm:cxn modelId="{02FB08FF-E606-4703-88FD-46D966642BE2}" srcId="{6450E1A8-694C-4D64-ACBD-63977E5C0C84}" destId="{0BEFC6F2-A20A-4B29-8D77-FC7B5D07FDE1}" srcOrd="4" destOrd="0" parTransId="{753EF9CD-6A05-4BFE-9598-62D4BAACF0DF}" sibTransId="{1F72C4AB-B2A1-41E5-A052-CE8A899D8CB8}"/>
    <dgm:cxn modelId="{0FEE6AF0-11C5-49A2-A119-98A2D913722F}" type="presParOf" srcId="{1D4DBBA2-6E23-4621-92D2-18388F9F4D24}" destId="{165051F3-3AAF-4A6D-80AE-530231306C2C}" srcOrd="0" destOrd="0" presId="urn:microsoft.com/office/officeart/2005/8/layout/default"/>
    <dgm:cxn modelId="{FCDD7B5C-9D0F-4B14-9387-2E585BFF3DA0}" type="presParOf" srcId="{1D4DBBA2-6E23-4621-92D2-18388F9F4D24}" destId="{762AE578-A0E6-41F0-92EF-4FC02986EECE}" srcOrd="1" destOrd="0" presId="urn:microsoft.com/office/officeart/2005/8/layout/default"/>
    <dgm:cxn modelId="{5D42C4D5-F15E-474E-9BB0-147EB73F12FC}" type="presParOf" srcId="{1D4DBBA2-6E23-4621-92D2-18388F9F4D24}" destId="{6806AFF5-B648-4DFC-9DBD-3C6F594079BB}" srcOrd="2" destOrd="0" presId="urn:microsoft.com/office/officeart/2005/8/layout/default"/>
    <dgm:cxn modelId="{85943749-9EDE-4ACF-9604-28EEAF8FF14F}" type="presParOf" srcId="{1D4DBBA2-6E23-4621-92D2-18388F9F4D24}" destId="{A4F5EE21-9C0F-4537-83E5-37EC922E6E2C}" srcOrd="3" destOrd="0" presId="urn:microsoft.com/office/officeart/2005/8/layout/default"/>
    <dgm:cxn modelId="{E41F0445-FEC9-4391-9402-6399AD5E65C7}" type="presParOf" srcId="{1D4DBBA2-6E23-4621-92D2-18388F9F4D24}" destId="{0A72DFFE-F77D-4F93-8C58-A86293751D78}" srcOrd="4" destOrd="0" presId="urn:microsoft.com/office/officeart/2005/8/layout/default"/>
    <dgm:cxn modelId="{CED624B9-F5AF-4D6F-B2C9-98CFFBEB18C2}" type="presParOf" srcId="{1D4DBBA2-6E23-4621-92D2-18388F9F4D24}" destId="{C4605BC0-89E2-453D-9C05-A95B9174A61C}" srcOrd="5" destOrd="0" presId="urn:microsoft.com/office/officeart/2005/8/layout/default"/>
    <dgm:cxn modelId="{18C37ECB-92EC-49A8-9896-0FD87C1D00FB}" type="presParOf" srcId="{1D4DBBA2-6E23-4621-92D2-18388F9F4D24}" destId="{79C78D34-4EDA-4D67-9D1C-7B6F95691076}" srcOrd="6" destOrd="0" presId="urn:microsoft.com/office/officeart/2005/8/layout/default"/>
    <dgm:cxn modelId="{43307CA2-3211-4E98-AFCC-13C49D35B4B9}" type="presParOf" srcId="{1D4DBBA2-6E23-4621-92D2-18388F9F4D24}" destId="{1001EE29-1EA3-4665-A9A0-2F905139142C}" srcOrd="7" destOrd="0" presId="urn:microsoft.com/office/officeart/2005/8/layout/default"/>
    <dgm:cxn modelId="{8644F90C-946D-4474-8E62-819870FC3BB6}" type="presParOf" srcId="{1D4DBBA2-6E23-4621-92D2-18388F9F4D24}" destId="{6AED4B65-7D98-49FC-ABFA-7307D8393BFA}"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920023C-6768-4F2D-B9A5-29A9F9A7B3FC}"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EAE05B32-0141-4370-B31B-86B3728972BA}">
      <dgm:prSet/>
      <dgm:spPr/>
      <dgm:t>
        <a:bodyPr/>
        <a:lstStyle/>
        <a:p>
          <a:r>
            <a:rPr lang="en-US"/>
            <a:t>User navigates to </a:t>
          </a:r>
          <a:r>
            <a:rPr lang="en-US" b="1"/>
            <a:t>portal URL</a:t>
          </a:r>
          <a:endParaRPr lang="en-US"/>
        </a:p>
      </dgm:t>
    </dgm:pt>
    <dgm:pt modelId="{2D8EBD20-2951-47FD-88B7-64313C851DB5}" type="parTrans" cxnId="{F17A40AB-6C16-4528-A81F-8F848B12DAFF}">
      <dgm:prSet/>
      <dgm:spPr/>
      <dgm:t>
        <a:bodyPr/>
        <a:lstStyle/>
        <a:p>
          <a:endParaRPr lang="en-US"/>
        </a:p>
      </dgm:t>
    </dgm:pt>
    <dgm:pt modelId="{2BC2E823-51E3-4CD0-8623-F378324B53CD}" type="sibTrans" cxnId="{F17A40AB-6C16-4528-A81F-8F848B12DAFF}">
      <dgm:prSet/>
      <dgm:spPr/>
      <dgm:t>
        <a:bodyPr/>
        <a:lstStyle/>
        <a:p>
          <a:endParaRPr lang="en-US"/>
        </a:p>
      </dgm:t>
    </dgm:pt>
    <dgm:pt modelId="{CDDC92CD-6DE1-4056-91DE-6812B3B62991}">
      <dgm:prSet/>
      <dgm:spPr/>
      <dgm:t>
        <a:bodyPr/>
        <a:lstStyle/>
        <a:p>
          <a:r>
            <a:rPr lang="en-US"/>
            <a:t>Registers or logs in → AuthController validates session</a:t>
          </a:r>
        </a:p>
      </dgm:t>
    </dgm:pt>
    <dgm:pt modelId="{9CFB962E-7667-40E7-AF24-0F246B018EDE}" type="parTrans" cxnId="{37B4F8C1-9E0B-47E8-AD10-3DAABBAE2B84}">
      <dgm:prSet/>
      <dgm:spPr/>
      <dgm:t>
        <a:bodyPr/>
        <a:lstStyle/>
        <a:p>
          <a:endParaRPr lang="en-US"/>
        </a:p>
      </dgm:t>
    </dgm:pt>
    <dgm:pt modelId="{16BEB1A3-2DE5-4959-85FC-47A58ED56C6E}" type="sibTrans" cxnId="{37B4F8C1-9E0B-47E8-AD10-3DAABBAE2B84}">
      <dgm:prSet/>
      <dgm:spPr/>
      <dgm:t>
        <a:bodyPr/>
        <a:lstStyle/>
        <a:p>
          <a:endParaRPr lang="en-US"/>
        </a:p>
      </dgm:t>
    </dgm:pt>
    <dgm:pt modelId="{ADF84A24-98CA-4312-9214-35F60446F666}">
      <dgm:prSet/>
      <dgm:spPr/>
      <dgm:t>
        <a:bodyPr/>
        <a:lstStyle/>
        <a:p>
          <a:r>
            <a:rPr lang="en-US"/>
            <a:t>User interacts with features (Courses, Events, Forums, Blogs)</a:t>
          </a:r>
        </a:p>
      </dgm:t>
    </dgm:pt>
    <dgm:pt modelId="{FC2550B1-7F79-444C-A62B-785EB5F45748}" type="parTrans" cxnId="{30B1342E-0693-45BC-93FF-9E4753F604EC}">
      <dgm:prSet/>
      <dgm:spPr/>
      <dgm:t>
        <a:bodyPr/>
        <a:lstStyle/>
        <a:p>
          <a:endParaRPr lang="en-US"/>
        </a:p>
      </dgm:t>
    </dgm:pt>
    <dgm:pt modelId="{609CAFBC-C039-46F3-B591-7006C680E086}" type="sibTrans" cxnId="{30B1342E-0693-45BC-93FF-9E4753F604EC}">
      <dgm:prSet/>
      <dgm:spPr/>
      <dgm:t>
        <a:bodyPr/>
        <a:lstStyle/>
        <a:p>
          <a:endParaRPr lang="en-US"/>
        </a:p>
      </dgm:t>
    </dgm:pt>
    <dgm:pt modelId="{B68092A0-3475-4500-9E20-968CE25C91EB}">
      <dgm:prSet/>
      <dgm:spPr/>
      <dgm:t>
        <a:bodyPr/>
        <a:lstStyle/>
        <a:p>
          <a:r>
            <a:rPr lang="en-US"/>
            <a:t>Data fetched from database and rendered through </a:t>
          </a:r>
          <a:r>
            <a:rPr lang="en-US" b="1"/>
            <a:t>Razor Views</a:t>
          </a:r>
          <a:endParaRPr lang="en-US"/>
        </a:p>
      </dgm:t>
    </dgm:pt>
    <dgm:pt modelId="{E7D3F38F-4835-40AF-A3F9-205ED3567375}" type="parTrans" cxnId="{33117EAA-4DD8-4EAD-ABE2-7293B154AC4C}">
      <dgm:prSet/>
      <dgm:spPr/>
      <dgm:t>
        <a:bodyPr/>
        <a:lstStyle/>
        <a:p>
          <a:endParaRPr lang="en-US"/>
        </a:p>
      </dgm:t>
    </dgm:pt>
    <dgm:pt modelId="{D689C84E-FC73-4E04-B173-299FBBE41477}" type="sibTrans" cxnId="{33117EAA-4DD8-4EAD-ABE2-7293B154AC4C}">
      <dgm:prSet/>
      <dgm:spPr/>
      <dgm:t>
        <a:bodyPr/>
        <a:lstStyle/>
        <a:p>
          <a:endParaRPr lang="en-US"/>
        </a:p>
      </dgm:t>
    </dgm:pt>
    <dgm:pt modelId="{3E562FDA-9DFC-4586-BE25-B7502E8DA2E7}">
      <dgm:prSet/>
      <dgm:spPr/>
      <dgm:t>
        <a:bodyPr/>
        <a:lstStyle/>
        <a:p>
          <a:r>
            <a:rPr lang="en-US"/>
            <a:t>Files uploaded securely to </a:t>
          </a:r>
          <a:r>
            <a:rPr lang="en-US" b="1"/>
            <a:t>Azure Blob Storage</a:t>
          </a:r>
          <a:endParaRPr lang="en-US"/>
        </a:p>
      </dgm:t>
    </dgm:pt>
    <dgm:pt modelId="{45F2A60B-8AE4-4253-BCBC-C1E94C4A0654}" type="parTrans" cxnId="{6AADB56D-959B-46B6-9524-B46F5E1D4AF5}">
      <dgm:prSet/>
      <dgm:spPr/>
      <dgm:t>
        <a:bodyPr/>
        <a:lstStyle/>
        <a:p>
          <a:endParaRPr lang="en-US"/>
        </a:p>
      </dgm:t>
    </dgm:pt>
    <dgm:pt modelId="{C290E20F-D3CB-465F-A1CA-52745B503D87}" type="sibTrans" cxnId="{6AADB56D-959B-46B6-9524-B46F5E1D4AF5}">
      <dgm:prSet/>
      <dgm:spPr/>
      <dgm:t>
        <a:bodyPr/>
        <a:lstStyle/>
        <a:p>
          <a:endParaRPr lang="en-US"/>
        </a:p>
      </dgm:t>
    </dgm:pt>
    <dgm:pt modelId="{FD025DA2-BC7F-4C3C-A41B-5F39DD50B43D}">
      <dgm:prSet/>
      <dgm:spPr/>
      <dgm:t>
        <a:bodyPr/>
        <a:lstStyle/>
        <a:p>
          <a:r>
            <a:rPr lang="en-US"/>
            <a:t>User actions logged and monitored </a:t>
          </a:r>
        </a:p>
      </dgm:t>
    </dgm:pt>
    <dgm:pt modelId="{AECC2F43-F45A-4B16-B0AC-9883D85AC903}" type="parTrans" cxnId="{E9907BF8-06C5-4DBD-8EAD-7D6EE0CFACDB}">
      <dgm:prSet/>
      <dgm:spPr/>
      <dgm:t>
        <a:bodyPr/>
        <a:lstStyle/>
        <a:p>
          <a:endParaRPr lang="en-US"/>
        </a:p>
      </dgm:t>
    </dgm:pt>
    <dgm:pt modelId="{E6545F71-0A1C-4252-BF01-256D9804F02F}" type="sibTrans" cxnId="{E9907BF8-06C5-4DBD-8EAD-7D6EE0CFACDB}">
      <dgm:prSet/>
      <dgm:spPr/>
      <dgm:t>
        <a:bodyPr/>
        <a:lstStyle/>
        <a:p>
          <a:endParaRPr lang="en-US"/>
        </a:p>
      </dgm:t>
    </dgm:pt>
    <dgm:pt modelId="{3AE1C1FD-C112-480E-B5F5-DEC5E47A679D}" type="pres">
      <dgm:prSet presAssocID="{7920023C-6768-4F2D-B9A5-29A9F9A7B3FC}" presName="linear" presStyleCnt="0">
        <dgm:presLayoutVars>
          <dgm:dir/>
          <dgm:animLvl val="lvl"/>
          <dgm:resizeHandles val="exact"/>
        </dgm:presLayoutVars>
      </dgm:prSet>
      <dgm:spPr/>
    </dgm:pt>
    <dgm:pt modelId="{79F6BBA9-35BA-4C01-9CE4-E6DF454E6548}" type="pres">
      <dgm:prSet presAssocID="{EAE05B32-0141-4370-B31B-86B3728972BA}" presName="parentLin" presStyleCnt="0"/>
      <dgm:spPr/>
    </dgm:pt>
    <dgm:pt modelId="{784E0828-1BEA-421B-A6AF-654CA2D955ED}" type="pres">
      <dgm:prSet presAssocID="{EAE05B32-0141-4370-B31B-86B3728972BA}" presName="parentLeftMargin" presStyleLbl="node1" presStyleIdx="0" presStyleCnt="6"/>
      <dgm:spPr/>
    </dgm:pt>
    <dgm:pt modelId="{DFE1A53E-C9E8-4F21-A947-4EAF7CCEAC52}" type="pres">
      <dgm:prSet presAssocID="{EAE05B32-0141-4370-B31B-86B3728972BA}" presName="parentText" presStyleLbl="node1" presStyleIdx="0" presStyleCnt="6">
        <dgm:presLayoutVars>
          <dgm:chMax val="0"/>
          <dgm:bulletEnabled val="1"/>
        </dgm:presLayoutVars>
      </dgm:prSet>
      <dgm:spPr/>
    </dgm:pt>
    <dgm:pt modelId="{367E0A2D-0C10-4CA5-8A27-81ECDC858A60}" type="pres">
      <dgm:prSet presAssocID="{EAE05B32-0141-4370-B31B-86B3728972BA}" presName="negativeSpace" presStyleCnt="0"/>
      <dgm:spPr/>
    </dgm:pt>
    <dgm:pt modelId="{BDD275A3-CF21-410B-8A89-E68D330B5EDE}" type="pres">
      <dgm:prSet presAssocID="{EAE05B32-0141-4370-B31B-86B3728972BA}" presName="childText" presStyleLbl="conFgAcc1" presStyleIdx="0" presStyleCnt="6">
        <dgm:presLayoutVars>
          <dgm:bulletEnabled val="1"/>
        </dgm:presLayoutVars>
      </dgm:prSet>
      <dgm:spPr/>
    </dgm:pt>
    <dgm:pt modelId="{08164D1E-7485-4826-9655-9F067A7C2C19}" type="pres">
      <dgm:prSet presAssocID="{2BC2E823-51E3-4CD0-8623-F378324B53CD}" presName="spaceBetweenRectangles" presStyleCnt="0"/>
      <dgm:spPr/>
    </dgm:pt>
    <dgm:pt modelId="{574B0797-065A-44BF-9172-D92C442367F0}" type="pres">
      <dgm:prSet presAssocID="{CDDC92CD-6DE1-4056-91DE-6812B3B62991}" presName="parentLin" presStyleCnt="0"/>
      <dgm:spPr/>
    </dgm:pt>
    <dgm:pt modelId="{35146B57-F1AB-4680-9494-DCBEF8763B89}" type="pres">
      <dgm:prSet presAssocID="{CDDC92CD-6DE1-4056-91DE-6812B3B62991}" presName="parentLeftMargin" presStyleLbl="node1" presStyleIdx="0" presStyleCnt="6"/>
      <dgm:spPr/>
    </dgm:pt>
    <dgm:pt modelId="{D7ACD4F8-3772-4384-8150-E7614E4AFD58}" type="pres">
      <dgm:prSet presAssocID="{CDDC92CD-6DE1-4056-91DE-6812B3B62991}" presName="parentText" presStyleLbl="node1" presStyleIdx="1" presStyleCnt="6">
        <dgm:presLayoutVars>
          <dgm:chMax val="0"/>
          <dgm:bulletEnabled val="1"/>
        </dgm:presLayoutVars>
      </dgm:prSet>
      <dgm:spPr/>
    </dgm:pt>
    <dgm:pt modelId="{53B84E1A-A35D-4798-A82E-2D229DECE1CA}" type="pres">
      <dgm:prSet presAssocID="{CDDC92CD-6DE1-4056-91DE-6812B3B62991}" presName="negativeSpace" presStyleCnt="0"/>
      <dgm:spPr/>
    </dgm:pt>
    <dgm:pt modelId="{96809E42-E5A3-47EC-8096-84FEF3CEE220}" type="pres">
      <dgm:prSet presAssocID="{CDDC92CD-6DE1-4056-91DE-6812B3B62991}" presName="childText" presStyleLbl="conFgAcc1" presStyleIdx="1" presStyleCnt="6">
        <dgm:presLayoutVars>
          <dgm:bulletEnabled val="1"/>
        </dgm:presLayoutVars>
      </dgm:prSet>
      <dgm:spPr/>
    </dgm:pt>
    <dgm:pt modelId="{168B8401-B639-49DE-8293-BDFE7D5673B6}" type="pres">
      <dgm:prSet presAssocID="{16BEB1A3-2DE5-4959-85FC-47A58ED56C6E}" presName="spaceBetweenRectangles" presStyleCnt="0"/>
      <dgm:spPr/>
    </dgm:pt>
    <dgm:pt modelId="{E5A9C434-2D0D-432C-8790-CFCB97A19E8D}" type="pres">
      <dgm:prSet presAssocID="{ADF84A24-98CA-4312-9214-35F60446F666}" presName="parentLin" presStyleCnt="0"/>
      <dgm:spPr/>
    </dgm:pt>
    <dgm:pt modelId="{D1ECE0DD-ED45-45C0-91A5-0153D76FB998}" type="pres">
      <dgm:prSet presAssocID="{ADF84A24-98CA-4312-9214-35F60446F666}" presName="parentLeftMargin" presStyleLbl="node1" presStyleIdx="1" presStyleCnt="6"/>
      <dgm:spPr/>
    </dgm:pt>
    <dgm:pt modelId="{E0059C10-B8E3-431B-BD47-566BC6FD5EE7}" type="pres">
      <dgm:prSet presAssocID="{ADF84A24-98CA-4312-9214-35F60446F666}" presName="parentText" presStyleLbl="node1" presStyleIdx="2" presStyleCnt="6">
        <dgm:presLayoutVars>
          <dgm:chMax val="0"/>
          <dgm:bulletEnabled val="1"/>
        </dgm:presLayoutVars>
      </dgm:prSet>
      <dgm:spPr/>
    </dgm:pt>
    <dgm:pt modelId="{6C2E7DEF-2B7E-4F53-B42A-BDE7BF625C7C}" type="pres">
      <dgm:prSet presAssocID="{ADF84A24-98CA-4312-9214-35F60446F666}" presName="negativeSpace" presStyleCnt="0"/>
      <dgm:spPr/>
    </dgm:pt>
    <dgm:pt modelId="{DE586678-459B-4B3D-8E84-17CD81FF08F9}" type="pres">
      <dgm:prSet presAssocID="{ADF84A24-98CA-4312-9214-35F60446F666}" presName="childText" presStyleLbl="conFgAcc1" presStyleIdx="2" presStyleCnt="6">
        <dgm:presLayoutVars>
          <dgm:bulletEnabled val="1"/>
        </dgm:presLayoutVars>
      </dgm:prSet>
      <dgm:spPr/>
    </dgm:pt>
    <dgm:pt modelId="{7C6FA5E2-D107-4B20-9E85-6311E018EE45}" type="pres">
      <dgm:prSet presAssocID="{609CAFBC-C039-46F3-B591-7006C680E086}" presName="spaceBetweenRectangles" presStyleCnt="0"/>
      <dgm:spPr/>
    </dgm:pt>
    <dgm:pt modelId="{5E33C30C-0B7B-480C-8289-8FBD22368F59}" type="pres">
      <dgm:prSet presAssocID="{B68092A0-3475-4500-9E20-968CE25C91EB}" presName="parentLin" presStyleCnt="0"/>
      <dgm:spPr/>
    </dgm:pt>
    <dgm:pt modelId="{AB66EEFD-8547-4322-9683-86D2C9759B2E}" type="pres">
      <dgm:prSet presAssocID="{B68092A0-3475-4500-9E20-968CE25C91EB}" presName="parentLeftMargin" presStyleLbl="node1" presStyleIdx="2" presStyleCnt="6"/>
      <dgm:spPr/>
    </dgm:pt>
    <dgm:pt modelId="{10958782-417B-463B-AB70-140E481766CF}" type="pres">
      <dgm:prSet presAssocID="{B68092A0-3475-4500-9E20-968CE25C91EB}" presName="parentText" presStyleLbl="node1" presStyleIdx="3" presStyleCnt="6">
        <dgm:presLayoutVars>
          <dgm:chMax val="0"/>
          <dgm:bulletEnabled val="1"/>
        </dgm:presLayoutVars>
      </dgm:prSet>
      <dgm:spPr/>
    </dgm:pt>
    <dgm:pt modelId="{CF7622DC-A427-48C8-8D46-0654E37119E3}" type="pres">
      <dgm:prSet presAssocID="{B68092A0-3475-4500-9E20-968CE25C91EB}" presName="negativeSpace" presStyleCnt="0"/>
      <dgm:spPr/>
    </dgm:pt>
    <dgm:pt modelId="{0AD5F9D3-E039-40F1-81E7-2B9B78204E38}" type="pres">
      <dgm:prSet presAssocID="{B68092A0-3475-4500-9E20-968CE25C91EB}" presName="childText" presStyleLbl="conFgAcc1" presStyleIdx="3" presStyleCnt="6">
        <dgm:presLayoutVars>
          <dgm:bulletEnabled val="1"/>
        </dgm:presLayoutVars>
      </dgm:prSet>
      <dgm:spPr/>
    </dgm:pt>
    <dgm:pt modelId="{E8BC168E-2DB9-4F16-A0B7-67A5B82A411D}" type="pres">
      <dgm:prSet presAssocID="{D689C84E-FC73-4E04-B173-299FBBE41477}" presName="spaceBetweenRectangles" presStyleCnt="0"/>
      <dgm:spPr/>
    </dgm:pt>
    <dgm:pt modelId="{EECF163A-4DC4-452C-91EB-CB46E969B6AC}" type="pres">
      <dgm:prSet presAssocID="{3E562FDA-9DFC-4586-BE25-B7502E8DA2E7}" presName="parentLin" presStyleCnt="0"/>
      <dgm:spPr/>
    </dgm:pt>
    <dgm:pt modelId="{B74BC637-5246-4507-ADCF-EF7EEADCFF7B}" type="pres">
      <dgm:prSet presAssocID="{3E562FDA-9DFC-4586-BE25-B7502E8DA2E7}" presName="parentLeftMargin" presStyleLbl="node1" presStyleIdx="3" presStyleCnt="6"/>
      <dgm:spPr/>
    </dgm:pt>
    <dgm:pt modelId="{4AEF30DB-2489-4F12-9906-D2B4642694CC}" type="pres">
      <dgm:prSet presAssocID="{3E562FDA-9DFC-4586-BE25-B7502E8DA2E7}" presName="parentText" presStyleLbl="node1" presStyleIdx="4" presStyleCnt="6">
        <dgm:presLayoutVars>
          <dgm:chMax val="0"/>
          <dgm:bulletEnabled val="1"/>
        </dgm:presLayoutVars>
      </dgm:prSet>
      <dgm:spPr/>
    </dgm:pt>
    <dgm:pt modelId="{075B4AF6-E25A-4FFD-96C3-8ABAC8632B72}" type="pres">
      <dgm:prSet presAssocID="{3E562FDA-9DFC-4586-BE25-B7502E8DA2E7}" presName="negativeSpace" presStyleCnt="0"/>
      <dgm:spPr/>
    </dgm:pt>
    <dgm:pt modelId="{B4C1B318-CBB9-43D6-B92C-E4B81622FE40}" type="pres">
      <dgm:prSet presAssocID="{3E562FDA-9DFC-4586-BE25-B7502E8DA2E7}" presName="childText" presStyleLbl="conFgAcc1" presStyleIdx="4" presStyleCnt="6">
        <dgm:presLayoutVars>
          <dgm:bulletEnabled val="1"/>
        </dgm:presLayoutVars>
      </dgm:prSet>
      <dgm:spPr/>
    </dgm:pt>
    <dgm:pt modelId="{52D1DC83-3480-4856-B605-B2CD4D91D947}" type="pres">
      <dgm:prSet presAssocID="{C290E20F-D3CB-465F-A1CA-52745B503D87}" presName="spaceBetweenRectangles" presStyleCnt="0"/>
      <dgm:spPr/>
    </dgm:pt>
    <dgm:pt modelId="{A7D49B11-867B-401A-AEA0-6E87206AE20C}" type="pres">
      <dgm:prSet presAssocID="{FD025DA2-BC7F-4C3C-A41B-5F39DD50B43D}" presName="parentLin" presStyleCnt="0"/>
      <dgm:spPr/>
    </dgm:pt>
    <dgm:pt modelId="{5DB18705-5931-49E3-8D3A-B1FC4116E7D4}" type="pres">
      <dgm:prSet presAssocID="{FD025DA2-BC7F-4C3C-A41B-5F39DD50B43D}" presName="parentLeftMargin" presStyleLbl="node1" presStyleIdx="4" presStyleCnt="6"/>
      <dgm:spPr/>
    </dgm:pt>
    <dgm:pt modelId="{23B4FAF3-B752-4D3B-A17E-02FECD675BDD}" type="pres">
      <dgm:prSet presAssocID="{FD025DA2-BC7F-4C3C-A41B-5F39DD50B43D}" presName="parentText" presStyleLbl="node1" presStyleIdx="5" presStyleCnt="6">
        <dgm:presLayoutVars>
          <dgm:chMax val="0"/>
          <dgm:bulletEnabled val="1"/>
        </dgm:presLayoutVars>
      </dgm:prSet>
      <dgm:spPr/>
    </dgm:pt>
    <dgm:pt modelId="{C8A0AC76-AB1C-4868-B756-1C14E57ACD6E}" type="pres">
      <dgm:prSet presAssocID="{FD025DA2-BC7F-4C3C-A41B-5F39DD50B43D}" presName="negativeSpace" presStyleCnt="0"/>
      <dgm:spPr/>
    </dgm:pt>
    <dgm:pt modelId="{C9546965-EB64-468A-975B-478598D415E9}" type="pres">
      <dgm:prSet presAssocID="{FD025DA2-BC7F-4C3C-A41B-5F39DD50B43D}" presName="childText" presStyleLbl="conFgAcc1" presStyleIdx="5" presStyleCnt="6">
        <dgm:presLayoutVars>
          <dgm:bulletEnabled val="1"/>
        </dgm:presLayoutVars>
      </dgm:prSet>
      <dgm:spPr/>
    </dgm:pt>
  </dgm:ptLst>
  <dgm:cxnLst>
    <dgm:cxn modelId="{2BBEFA01-F613-404F-A352-558497A58CBB}" type="presOf" srcId="{FD025DA2-BC7F-4C3C-A41B-5F39DD50B43D}" destId="{5DB18705-5931-49E3-8D3A-B1FC4116E7D4}" srcOrd="0" destOrd="0" presId="urn:microsoft.com/office/officeart/2005/8/layout/list1"/>
    <dgm:cxn modelId="{5D38482D-6C14-40B1-990D-F8EB37F64B7A}" type="presOf" srcId="{3E562FDA-9DFC-4586-BE25-B7502E8DA2E7}" destId="{4AEF30DB-2489-4F12-9906-D2B4642694CC}" srcOrd="1" destOrd="0" presId="urn:microsoft.com/office/officeart/2005/8/layout/list1"/>
    <dgm:cxn modelId="{30B1342E-0693-45BC-93FF-9E4753F604EC}" srcId="{7920023C-6768-4F2D-B9A5-29A9F9A7B3FC}" destId="{ADF84A24-98CA-4312-9214-35F60446F666}" srcOrd="2" destOrd="0" parTransId="{FC2550B1-7F79-444C-A62B-785EB5F45748}" sibTransId="{609CAFBC-C039-46F3-B591-7006C680E086}"/>
    <dgm:cxn modelId="{6B45B22F-E128-4B61-8724-7DB8705A3CE5}" type="presOf" srcId="{EAE05B32-0141-4370-B31B-86B3728972BA}" destId="{784E0828-1BEA-421B-A6AF-654CA2D955ED}" srcOrd="0" destOrd="0" presId="urn:microsoft.com/office/officeart/2005/8/layout/list1"/>
    <dgm:cxn modelId="{BFE47C47-6E8F-4583-8CFF-579D4B323776}" type="presOf" srcId="{ADF84A24-98CA-4312-9214-35F60446F666}" destId="{E0059C10-B8E3-431B-BD47-566BC6FD5EE7}" srcOrd="1" destOrd="0" presId="urn:microsoft.com/office/officeart/2005/8/layout/list1"/>
    <dgm:cxn modelId="{6AADB56D-959B-46B6-9524-B46F5E1D4AF5}" srcId="{7920023C-6768-4F2D-B9A5-29A9F9A7B3FC}" destId="{3E562FDA-9DFC-4586-BE25-B7502E8DA2E7}" srcOrd="4" destOrd="0" parTransId="{45F2A60B-8AE4-4253-BCBC-C1E94C4A0654}" sibTransId="{C290E20F-D3CB-465F-A1CA-52745B503D87}"/>
    <dgm:cxn modelId="{95022970-284C-489D-A495-C8F65340A2BA}" type="presOf" srcId="{B68092A0-3475-4500-9E20-968CE25C91EB}" destId="{AB66EEFD-8547-4322-9683-86D2C9759B2E}" srcOrd="0" destOrd="0" presId="urn:microsoft.com/office/officeart/2005/8/layout/list1"/>
    <dgm:cxn modelId="{C8B4FD7D-8963-4F4D-837A-12C3DB56C177}" type="presOf" srcId="{B68092A0-3475-4500-9E20-968CE25C91EB}" destId="{10958782-417B-463B-AB70-140E481766CF}" srcOrd="1" destOrd="0" presId="urn:microsoft.com/office/officeart/2005/8/layout/list1"/>
    <dgm:cxn modelId="{13E20389-A66B-482F-AA75-64149DDC4F7C}" type="presOf" srcId="{3E562FDA-9DFC-4586-BE25-B7502E8DA2E7}" destId="{B74BC637-5246-4507-ADCF-EF7EEADCFF7B}" srcOrd="0" destOrd="0" presId="urn:microsoft.com/office/officeart/2005/8/layout/list1"/>
    <dgm:cxn modelId="{14ABE79E-FA1A-43AB-8EC2-0AE51A82A625}" type="presOf" srcId="{CDDC92CD-6DE1-4056-91DE-6812B3B62991}" destId="{35146B57-F1AB-4680-9494-DCBEF8763B89}" srcOrd="0" destOrd="0" presId="urn:microsoft.com/office/officeart/2005/8/layout/list1"/>
    <dgm:cxn modelId="{33117EAA-4DD8-4EAD-ABE2-7293B154AC4C}" srcId="{7920023C-6768-4F2D-B9A5-29A9F9A7B3FC}" destId="{B68092A0-3475-4500-9E20-968CE25C91EB}" srcOrd="3" destOrd="0" parTransId="{E7D3F38F-4835-40AF-A3F9-205ED3567375}" sibTransId="{D689C84E-FC73-4E04-B173-299FBBE41477}"/>
    <dgm:cxn modelId="{F17A40AB-6C16-4528-A81F-8F848B12DAFF}" srcId="{7920023C-6768-4F2D-B9A5-29A9F9A7B3FC}" destId="{EAE05B32-0141-4370-B31B-86B3728972BA}" srcOrd="0" destOrd="0" parTransId="{2D8EBD20-2951-47FD-88B7-64313C851DB5}" sibTransId="{2BC2E823-51E3-4CD0-8623-F378324B53CD}"/>
    <dgm:cxn modelId="{F347ABAD-A6D7-4656-B3BC-413F7A9F83BC}" type="presOf" srcId="{EAE05B32-0141-4370-B31B-86B3728972BA}" destId="{DFE1A53E-C9E8-4F21-A947-4EAF7CCEAC52}" srcOrd="1" destOrd="0" presId="urn:microsoft.com/office/officeart/2005/8/layout/list1"/>
    <dgm:cxn modelId="{122CAFB6-6FBC-492C-A4DD-802686A3997A}" type="presOf" srcId="{ADF84A24-98CA-4312-9214-35F60446F666}" destId="{D1ECE0DD-ED45-45C0-91A5-0153D76FB998}" srcOrd="0" destOrd="0" presId="urn:microsoft.com/office/officeart/2005/8/layout/list1"/>
    <dgm:cxn modelId="{37B4F8C1-9E0B-47E8-AD10-3DAABBAE2B84}" srcId="{7920023C-6768-4F2D-B9A5-29A9F9A7B3FC}" destId="{CDDC92CD-6DE1-4056-91DE-6812B3B62991}" srcOrd="1" destOrd="0" parTransId="{9CFB962E-7667-40E7-AF24-0F246B018EDE}" sibTransId="{16BEB1A3-2DE5-4959-85FC-47A58ED56C6E}"/>
    <dgm:cxn modelId="{FC2C2BC2-ECC9-4BF4-A7EA-8DF8D8523997}" type="presOf" srcId="{CDDC92CD-6DE1-4056-91DE-6812B3B62991}" destId="{D7ACD4F8-3772-4384-8150-E7614E4AFD58}" srcOrd="1" destOrd="0" presId="urn:microsoft.com/office/officeart/2005/8/layout/list1"/>
    <dgm:cxn modelId="{FD6A11CF-34FA-4869-8FC9-610638AFF448}" type="presOf" srcId="{7920023C-6768-4F2D-B9A5-29A9F9A7B3FC}" destId="{3AE1C1FD-C112-480E-B5F5-DEC5E47A679D}" srcOrd="0" destOrd="0" presId="urn:microsoft.com/office/officeart/2005/8/layout/list1"/>
    <dgm:cxn modelId="{E9907BF8-06C5-4DBD-8EAD-7D6EE0CFACDB}" srcId="{7920023C-6768-4F2D-B9A5-29A9F9A7B3FC}" destId="{FD025DA2-BC7F-4C3C-A41B-5F39DD50B43D}" srcOrd="5" destOrd="0" parTransId="{AECC2F43-F45A-4B16-B0AC-9883D85AC903}" sibTransId="{E6545F71-0A1C-4252-BF01-256D9804F02F}"/>
    <dgm:cxn modelId="{5EAF50FA-C0E1-4DEB-A20A-89369266BD9E}" type="presOf" srcId="{FD025DA2-BC7F-4C3C-A41B-5F39DD50B43D}" destId="{23B4FAF3-B752-4D3B-A17E-02FECD675BDD}" srcOrd="1" destOrd="0" presId="urn:microsoft.com/office/officeart/2005/8/layout/list1"/>
    <dgm:cxn modelId="{3C4D4692-466A-4BF0-A699-8DF29407E810}" type="presParOf" srcId="{3AE1C1FD-C112-480E-B5F5-DEC5E47A679D}" destId="{79F6BBA9-35BA-4C01-9CE4-E6DF454E6548}" srcOrd="0" destOrd="0" presId="urn:microsoft.com/office/officeart/2005/8/layout/list1"/>
    <dgm:cxn modelId="{88CC9747-DAE8-442F-8536-4728111614C7}" type="presParOf" srcId="{79F6BBA9-35BA-4C01-9CE4-E6DF454E6548}" destId="{784E0828-1BEA-421B-A6AF-654CA2D955ED}" srcOrd="0" destOrd="0" presId="urn:microsoft.com/office/officeart/2005/8/layout/list1"/>
    <dgm:cxn modelId="{791C5808-6E14-4111-A293-E7FD2C901473}" type="presParOf" srcId="{79F6BBA9-35BA-4C01-9CE4-E6DF454E6548}" destId="{DFE1A53E-C9E8-4F21-A947-4EAF7CCEAC52}" srcOrd="1" destOrd="0" presId="urn:microsoft.com/office/officeart/2005/8/layout/list1"/>
    <dgm:cxn modelId="{07F5801D-4E73-4242-86A9-16F8563058F0}" type="presParOf" srcId="{3AE1C1FD-C112-480E-B5F5-DEC5E47A679D}" destId="{367E0A2D-0C10-4CA5-8A27-81ECDC858A60}" srcOrd="1" destOrd="0" presId="urn:microsoft.com/office/officeart/2005/8/layout/list1"/>
    <dgm:cxn modelId="{0BDE030A-AE2B-4593-9F24-C8CDBED46E55}" type="presParOf" srcId="{3AE1C1FD-C112-480E-B5F5-DEC5E47A679D}" destId="{BDD275A3-CF21-410B-8A89-E68D330B5EDE}" srcOrd="2" destOrd="0" presId="urn:microsoft.com/office/officeart/2005/8/layout/list1"/>
    <dgm:cxn modelId="{EED3A310-17F4-4DEF-A982-7AB9A7F14BBA}" type="presParOf" srcId="{3AE1C1FD-C112-480E-B5F5-DEC5E47A679D}" destId="{08164D1E-7485-4826-9655-9F067A7C2C19}" srcOrd="3" destOrd="0" presId="urn:microsoft.com/office/officeart/2005/8/layout/list1"/>
    <dgm:cxn modelId="{CA012EBC-667B-42C8-A949-802CF8CF7F30}" type="presParOf" srcId="{3AE1C1FD-C112-480E-B5F5-DEC5E47A679D}" destId="{574B0797-065A-44BF-9172-D92C442367F0}" srcOrd="4" destOrd="0" presId="urn:microsoft.com/office/officeart/2005/8/layout/list1"/>
    <dgm:cxn modelId="{88AAB730-48B7-4486-BA55-F6CF3408FA84}" type="presParOf" srcId="{574B0797-065A-44BF-9172-D92C442367F0}" destId="{35146B57-F1AB-4680-9494-DCBEF8763B89}" srcOrd="0" destOrd="0" presId="urn:microsoft.com/office/officeart/2005/8/layout/list1"/>
    <dgm:cxn modelId="{6A30BCD0-6F53-458A-884B-A1C17F1503D4}" type="presParOf" srcId="{574B0797-065A-44BF-9172-D92C442367F0}" destId="{D7ACD4F8-3772-4384-8150-E7614E4AFD58}" srcOrd="1" destOrd="0" presId="urn:microsoft.com/office/officeart/2005/8/layout/list1"/>
    <dgm:cxn modelId="{E6DE3147-375B-4800-BE3C-49B2A0A2BF02}" type="presParOf" srcId="{3AE1C1FD-C112-480E-B5F5-DEC5E47A679D}" destId="{53B84E1A-A35D-4798-A82E-2D229DECE1CA}" srcOrd="5" destOrd="0" presId="urn:microsoft.com/office/officeart/2005/8/layout/list1"/>
    <dgm:cxn modelId="{1347A149-0D94-472E-88D1-C8A5BE147FE5}" type="presParOf" srcId="{3AE1C1FD-C112-480E-B5F5-DEC5E47A679D}" destId="{96809E42-E5A3-47EC-8096-84FEF3CEE220}" srcOrd="6" destOrd="0" presId="urn:microsoft.com/office/officeart/2005/8/layout/list1"/>
    <dgm:cxn modelId="{B90A2FBA-913C-408D-B263-1ABF9DE3C678}" type="presParOf" srcId="{3AE1C1FD-C112-480E-B5F5-DEC5E47A679D}" destId="{168B8401-B639-49DE-8293-BDFE7D5673B6}" srcOrd="7" destOrd="0" presId="urn:microsoft.com/office/officeart/2005/8/layout/list1"/>
    <dgm:cxn modelId="{AE31128E-A8A0-43AB-B33A-943BDDBD1F5A}" type="presParOf" srcId="{3AE1C1FD-C112-480E-B5F5-DEC5E47A679D}" destId="{E5A9C434-2D0D-432C-8790-CFCB97A19E8D}" srcOrd="8" destOrd="0" presId="urn:microsoft.com/office/officeart/2005/8/layout/list1"/>
    <dgm:cxn modelId="{C37F465D-C52F-4AEA-9972-2DEF7635EC4D}" type="presParOf" srcId="{E5A9C434-2D0D-432C-8790-CFCB97A19E8D}" destId="{D1ECE0DD-ED45-45C0-91A5-0153D76FB998}" srcOrd="0" destOrd="0" presId="urn:microsoft.com/office/officeart/2005/8/layout/list1"/>
    <dgm:cxn modelId="{FC1C32A2-C764-4673-A8B7-418C87BD910A}" type="presParOf" srcId="{E5A9C434-2D0D-432C-8790-CFCB97A19E8D}" destId="{E0059C10-B8E3-431B-BD47-566BC6FD5EE7}" srcOrd="1" destOrd="0" presId="urn:microsoft.com/office/officeart/2005/8/layout/list1"/>
    <dgm:cxn modelId="{EC8905FD-5F1F-4D3C-9BF0-2550F69F2D24}" type="presParOf" srcId="{3AE1C1FD-C112-480E-B5F5-DEC5E47A679D}" destId="{6C2E7DEF-2B7E-4F53-B42A-BDE7BF625C7C}" srcOrd="9" destOrd="0" presId="urn:microsoft.com/office/officeart/2005/8/layout/list1"/>
    <dgm:cxn modelId="{93FF70AA-F853-4E66-8449-BE7BD1BA0E56}" type="presParOf" srcId="{3AE1C1FD-C112-480E-B5F5-DEC5E47A679D}" destId="{DE586678-459B-4B3D-8E84-17CD81FF08F9}" srcOrd="10" destOrd="0" presId="urn:microsoft.com/office/officeart/2005/8/layout/list1"/>
    <dgm:cxn modelId="{B301D1DD-C9EB-4E76-B352-82652A28D842}" type="presParOf" srcId="{3AE1C1FD-C112-480E-B5F5-DEC5E47A679D}" destId="{7C6FA5E2-D107-4B20-9E85-6311E018EE45}" srcOrd="11" destOrd="0" presId="urn:microsoft.com/office/officeart/2005/8/layout/list1"/>
    <dgm:cxn modelId="{60A31F4A-BFDB-4623-A285-A8CE1D24354F}" type="presParOf" srcId="{3AE1C1FD-C112-480E-B5F5-DEC5E47A679D}" destId="{5E33C30C-0B7B-480C-8289-8FBD22368F59}" srcOrd="12" destOrd="0" presId="urn:microsoft.com/office/officeart/2005/8/layout/list1"/>
    <dgm:cxn modelId="{3EB80A77-547A-4ADF-8C3C-60B292D32626}" type="presParOf" srcId="{5E33C30C-0B7B-480C-8289-8FBD22368F59}" destId="{AB66EEFD-8547-4322-9683-86D2C9759B2E}" srcOrd="0" destOrd="0" presId="urn:microsoft.com/office/officeart/2005/8/layout/list1"/>
    <dgm:cxn modelId="{03374058-ECB3-4B39-8882-1CDBC053A149}" type="presParOf" srcId="{5E33C30C-0B7B-480C-8289-8FBD22368F59}" destId="{10958782-417B-463B-AB70-140E481766CF}" srcOrd="1" destOrd="0" presId="urn:microsoft.com/office/officeart/2005/8/layout/list1"/>
    <dgm:cxn modelId="{50C2B386-6A82-4F38-A67E-AA38B01EC2EE}" type="presParOf" srcId="{3AE1C1FD-C112-480E-B5F5-DEC5E47A679D}" destId="{CF7622DC-A427-48C8-8D46-0654E37119E3}" srcOrd="13" destOrd="0" presId="urn:microsoft.com/office/officeart/2005/8/layout/list1"/>
    <dgm:cxn modelId="{F6BDFE9F-1C32-4432-B368-80531481D8F4}" type="presParOf" srcId="{3AE1C1FD-C112-480E-B5F5-DEC5E47A679D}" destId="{0AD5F9D3-E039-40F1-81E7-2B9B78204E38}" srcOrd="14" destOrd="0" presId="urn:microsoft.com/office/officeart/2005/8/layout/list1"/>
    <dgm:cxn modelId="{1133660E-5BC4-4A0F-96F8-13E1689BF507}" type="presParOf" srcId="{3AE1C1FD-C112-480E-B5F5-DEC5E47A679D}" destId="{E8BC168E-2DB9-4F16-A0B7-67A5B82A411D}" srcOrd="15" destOrd="0" presId="urn:microsoft.com/office/officeart/2005/8/layout/list1"/>
    <dgm:cxn modelId="{92A7F8CC-B5C4-4984-8D21-FBF24CC5B13D}" type="presParOf" srcId="{3AE1C1FD-C112-480E-B5F5-DEC5E47A679D}" destId="{EECF163A-4DC4-452C-91EB-CB46E969B6AC}" srcOrd="16" destOrd="0" presId="urn:microsoft.com/office/officeart/2005/8/layout/list1"/>
    <dgm:cxn modelId="{4B429349-B20B-4292-ADA4-7B1B077F8BBC}" type="presParOf" srcId="{EECF163A-4DC4-452C-91EB-CB46E969B6AC}" destId="{B74BC637-5246-4507-ADCF-EF7EEADCFF7B}" srcOrd="0" destOrd="0" presId="urn:microsoft.com/office/officeart/2005/8/layout/list1"/>
    <dgm:cxn modelId="{0006C968-01D1-4052-8946-0E458AFF977F}" type="presParOf" srcId="{EECF163A-4DC4-452C-91EB-CB46E969B6AC}" destId="{4AEF30DB-2489-4F12-9906-D2B4642694CC}" srcOrd="1" destOrd="0" presId="urn:microsoft.com/office/officeart/2005/8/layout/list1"/>
    <dgm:cxn modelId="{B1197314-9506-44AC-B024-E49B5F31D53F}" type="presParOf" srcId="{3AE1C1FD-C112-480E-B5F5-DEC5E47A679D}" destId="{075B4AF6-E25A-4FFD-96C3-8ABAC8632B72}" srcOrd="17" destOrd="0" presId="urn:microsoft.com/office/officeart/2005/8/layout/list1"/>
    <dgm:cxn modelId="{D0F67D65-345A-4A68-9463-74E49D01CC4B}" type="presParOf" srcId="{3AE1C1FD-C112-480E-B5F5-DEC5E47A679D}" destId="{B4C1B318-CBB9-43D6-B92C-E4B81622FE40}" srcOrd="18" destOrd="0" presId="urn:microsoft.com/office/officeart/2005/8/layout/list1"/>
    <dgm:cxn modelId="{E135E88C-95F5-478D-A8BD-AD11EC35F4B9}" type="presParOf" srcId="{3AE1C1FD-C112-480E-B5F5-DEC5E47A679D}" destId="{52D1DC83-3480-4856-B605-B2CD4D91D947}" srcOrd="19" destOrd="0" presId="urn:microsoft.com/office/officeart/2005/8/layout/list1"/>
    <dgm:cxn modelId="{DAD26013-FBD2-4C2A-A096-3EDCF9AFA5DF}" type="presParOf" srcId="{3AE1C1FD-C112-480E-B5F5-DEC5E47A679D}" destId="{A7D49B11-867B-401A-AEA0-6E87206AE20C}" srcOrd="20" destOrd="0" presId="urn:microsoft.com/office/officeart/2005/8/layout/list1"/>
    <dgm:cxn modelId="{DD2FC723-14DF-48A5-BACB-0DBF14A01F33}" type="presParOf" srcId="{A7D49B11-867B-401A-AEA0-6E87206AE20C}" destId="{5DB18705-5931-49E3-8D3A-B1FC4116E7D4}" srcOrd="0" destOrd="0" presId="urn:microsoft.com/office/officeart/2005/8/layout/list1"/>
    <dgm:cxn modelId="{66CBF0F9-A237-4598-A2E9-218D42519E3C}" type="presParOf" srcId="{A7D49B11-867B-401A-AEA0-6E87206AE20C}" destId="{23B4FAF3-B752-4D3B-A17E-02FECD675BDD}" srcOrd="1" destOrd="0" presId="urn:microsoft.com/office/officeart/2005/8/layout/list1"/>
    <dgm:cxn modelId="{7F8B2C8A-8584-471B-BB6E-4E943823D3CD}" type="presParOf" srcId="{3AE1C1FD-C112-480E-B5F5-DEC5E47A679D}" destId="{C8A0AC76-AB1C-4868-B756-1C14E57ACD6E}" srcOrd="21" destOrd="0" presId="urn:microsoft.com/office/officeart/2005/8/layout/list1"/>
    <dgm:cxn modelId="{0412762C-10DC-489F-A051-D4F8555B3316}" type="presParOf" srcId="{3AE1C1FD-C112-480E-B5F5-DEC5E47A679D}" destId="{C9546965-EB64-468A-975B-478598D415E9}"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463E395-33CB-4353-8446-AEF999E3BA2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55D730F-055B-4E8D-A948-C5B4F06AF514}">
      <dgm:prSet/>
      <dgm:spPr/>
      <dgm:t>
        <a:bodyPr/>
        <a:lstStyle/>
        <a:p>
          <a:pPr>
            <a:lnSpc>
              <a:spcPct val="100000"/>
            </a:lnSpc>
          </a:pPr>
          <a:r>
            <a:rPr lang="en-GB"/>
            <a:t>UnganaConnect is a </a:t>
          </a:r>
          <a:r>
            <a:rPr lang="en-GB" b="1"/>
            <a:t>training and resource management platform</a:t>
          </a:r>
          <a:r>
            <a:rPr lang="en-GB"/>
            <a:t> designed to empower NGOs and organizations through digital learning, collaboration, and community engagement.</a:t>
          </a:r>
          <a:endParaRPr lang="en-US"/>
        </a:p>
      </dgm:t>
    </dgm:pt>
    <dgm:pt modelId="{44D1CD79-CA4E-4DF1-A1E4-D2BC9E42B5EF}" type="parTrans" cxnId="{3D49F5F4-6C92-4620-989E-8A49D538C782}">
      <dgm:prSet/>
      <dgm:spPr/>
      <dgm:t>
        <a:bodyPr/>
        <a:lstStyle/>
        <a:p>
          <a:endParaRPr lang="en-US"/>
        </a:p>
      </dgm:t>
    </dgm:pt>
    <dgm:pt modelId="{FC792C5F-C228-46CF-B75F-FA8E1F49B80F}" type="sibTrans" cxnId="{3D49F5F4-6C92-4620-989E-8A49D538C782}">
      <dgm:prSet/>
      <dgm:spPr/>
      <dgm:t>
        <a:bodyPr/>
        <a:lstStyle/>
        <a:p>
          <a:pPr>
            <a:lnSpc>
              <a:spcPct val="100000"/>
            </a:lnSpc>
          </a:pPr>
          <a:endParaRPr lang="en-US"/>
        </a:p>
      </dgm:t>
    </dgm:pt>
    <dgm:pt modelId="{98BFC4B3-1A7A-4595-B808-12FC7E7D6DBA}">
      <dgm:prSet/>
      <dgm:spPr/>
      <dgm:t>
        <a:bodyPr/>
        <a:lstStyle/>
        <a:p>
          <a:pPr>
            <a:lnSpc>
              <a:spcPct val="100000"/>
            </a:lnSpc>
          </a:pPr>
          <a:r>
            <a:rPr lang="en-GB" b="1"/>
            <a:t>Purpose of This Presentation</a:t>
          </a:r>
          <a:endParaRPr lang="en-US"/>
        </a:p>
      </dgm:t>
    </dgm:pt>
    <dgm:pt modelId="{A4CF22D8-2720-480B-BAEB-76B51F97E888}" type="parTrans" cxnId="{0DF0D3C5-A2AA-431D-B055-80E785670D0A}">
      <dgm:prSet/>
      <dgm:spPr/>
      <dgm:t>
        <a:bodyPr/>
        <a:lstStyle/>
        <a:p>
          <a:endParaRPr lang="en-US"/>
        </a:p>
      </dgm:t>
    </dgm:pt>
    <dgm:pt modelId="{3ECAA81C-01CD-4BE5-A2E3-14B88B8D92B5}" type="sibTrans" cxnId="{0DF0D3C5-A2AA-431D-B055-80E785670D0A}">
      <dgm:prSet/>
      <dgm:spPr/>
      <dgm:t>
        <a:bodyPr/>
        <a:lstStyle/>
        <a:p>
          <a:pPr>
            <a:lnSpc>
              <a:spcPct val="100000"/>
            </a:lnSpc>
          </a:pPr>
          <a:endParaRPr lang="en-US"/>
        </a:p>
      </dgm:t>
    </dgm:pt>
    <dgm:pt modelId="{106365A6-E0BC-4484-BF05-5B6AECA655A9}">
      <dgm:prSet/>
      <dgm:spPr/>
      <dgm:t>
        <a:bodyPr/>
        <a:lstStyle/>
        <a:p>
          <a:pPr>
            <a:lnSpc>
              <a:spcPct val="100000"/>
            </a:lnSpc>
          </a:pPr>
          <a:r>
            <a:rPr lang="en-GB" dirty="0"/>
            <a:t>To provide a </a:t>
          </a:r>
          <a:r>
            <a:rPr lang="en-GB" b="1" dirty="0"/>
            <a:t>technical overview</a:t>
          </a:r>
          <a:r>
            <a:rPr lang="en-GB" dirty="0"/>
            <a:t> of the backend architecture, highlighting how </a:t>
          </a:r>
          <a:r>
            <a:rPr lang="en-GB" b="1" dirty="0"/>
            <a:t>enterprise-grade design</a:t>
          </a:r>
          <a:r>
            <a:rPr lang="en-GB" dirty="0"/>
            <a:t>, </a:t>
          </a:r>
          <a:r>
            <a:rPr lang="en-GB" b="1" dirty="0"/>
            <a:t>modern frameworks</a:t>
          </a:r>
          <a:r>
            <a:rPr lang="en-GB" dirty="0"/>
            <a:t>, and </a:t>
          </a:r>
          <a:r>
            <a:rPr lang="en-GB" b="1" dirty="0"/>
            <a:t>cloud-based services</a:t>
          </a:r>
          <a:r>
            <a:rPr lang="en-GB" dirty="0"/>
            <a:t> power the </a:t>
          </a:r>
          <a:r>
            <a:rPr lang="en-GB" dirty="0" err="1"/>
            <a:t>UnganaConnect</a:t>
          </a:r>
          <a:r>
            <a:rPr lang="en-GB" dirty="0"/>
            <a:t> ecosystem.</a:t>
          </a:r>
          <a:endParaRPr lang="en-US" dirty="0"/>
        </a:p>
      </dgm:t>
    </dgm:pt>
    <dgm:pt modelId="{F7AD3D93-289E-4557-8832-933DBB6C683B}" type="parTrans" cxnId="{ACA03841-6E72-47FA-9C97-11EA6C8CC6B3}">
      <dgm:prSet/>
      <dgm:spPr/>
      <dgm:t>
        <a:bodyPr/>
        <a:lstStyle/>
        <a:p>
          <a:endParaRPr lang="en-US"/>
        </a:p>
      </dgm:t>
    </dgm:pt>
    <dgm:pt modelId="{BCAC39F8-9ECB-4796-929D-E39155EB0D78}" type="sibTrans" cxnId="{ACA03841-6E72-47FA-9C97-11EA6C8CC6B3}">
      <dgm:prSet/>
      <dgm:spPr/>
      <dgm:t>
        <a:bodyPr/>
        <a:lstStyle/>
        <a:p>
          <a:pPr>
            <a:lnSpc>
              <a:spcPct val="100000"/>
            </a:lnSpc>
          </a:pPr>
          <a:endParaRPr lang="en-US"/>
        </a:p>
      </dgm:t>
    </dgm:pt>
    <dgm:pt modelId="{DF6FE282-AEB1-4B20-8484-ACD7C32F0AFE}">
      <dgm:prSet/>
      <dgm:spPr/>
      <dgm:t>
        <a:bodyPr/>
        <a:lstStyle/>
        <a:p>
          <a:pPr>
            <a:lnSpc>
              <a:spcPct val="100000"/>
            </a:lnSpc>
          </a:pPr>
          <a:r>
            <a:rPr lang="en-GB"/>
            <a:t>Focus Points</a:t>
          </a:r>
          <a:endParaRPr lang="en-US"/>
        </a:p>
      </dgm:t>
    </dgm:pt>
    <dgm:pt modelId="{4E847404-F5D9-4AA0-AB3E-F942EB39CC53}" type="parTrans" cxnId="{90FA4F38-101A-4DCD-9290-93BE9EBB3A8A}">
      <dgm:prSet/>
      <dgm:spPr/>
      <dgm:t>
        <a:bodyPr/>
        <a:lstStyle/>
        <a:p>
          <a:endParaRPr lang="en-US"/>
        </a:p>
      </dgm:t>
    </dgm:pt>
    <dgm:pt modelId="{7A9C1F4B-391B-4393-AF6E-31132D6620DB}" type="sibTrans" cxnId="{90FA4F38-101A-4DCD-9290-93BE9EBB3A8A}">
      <dgm:prSet/>
      <dgm:spPr/>
      <dgm:t>
        <a:bodyPr/>
        <a:lstStyle/>
        <a:p>
          <a:pPr>
            <a:lnSpc>
              <a:spcPct val="100000"/>
            </a:lnSpc>
          </a:pPr>
          <a:endParaRPr lang="en-US"/>
        </a:p>
      </dgm:t>
    </dgm:pt>
    <dgm:pt modelId="{D2097A27-6480-49C9-A783-E56E5DBE8742}">
      <dgm:prSet/>
      <dgm:spPr/>
      <dgm:t>
        <a:bodyPr/>
        <a:lstStyle/>
        <a:p>
          <a:pPr>
            <a:lnSpc>
              <a:spcPct val="100000"/>
            </a:lnSpc>
          </a:pPr>
          <a:r>
            <a:rPr lang="en-GB"/>
            <a:t>Architecture &amp; Technologies</a:t>
          </a:r>
          <a:endParaRPr lang="en-US"/>
        </a:p>
      </dgm:t>
    </dgm:pt>
    <dgm:pt modelId="{659421FF-1CD8-4DC0-9D68-FAF52E98C272}" type="parTrans" cxnId="{08A5320C-AB20-4110-8118-029601ED821E}">
      <dgm:prSet/>
      <dgm:spPr/>
      <dgm:t>
        <a:bodyPr/>
        <a:lstStyle/>
        <a:p>
          <a:endParaRPr lang="en-US"/>
        </a:p>
      </dgm:t>
    </dgm:pt>
    <dgm:pt modelId="{956C25FF-95CE-48D8-9CB5-42A381EB6046}" type="sibTrans" cxnId="{08A5320C-AB20-4110-8118-029601ED821E}">
      <dgm:prSet/>
      <dgm:spPr/>
      <dgm:t>
        <a:bodyPr/>
        <a:lstStyle/>
        <a:p>
          <a:pPr>
            <a:lnSpc>
              <a:spcPct val="100000"/>
            </a:lnSpc>
          </a:pPr>
          <a:endParaRPr lang="en-US"/>
        </a:p>
      </dgm:t>
    </dgm:pt>
    <dgm:pt modelId="{2B935FFA-0EAE-45F4-B966-FAE01C3B94B2}">
      <dgm:prSet/>
      <dgm:spPr/>
      <dgm:t>
        <a:bodyPr/>
        <a:lstStyle/>
        <a:p>
          <a:pPr>
            <a:lnSpc>
              <a:spcPct val="100000"/>
            </a:lnSpc>
          </a:pPr>
          <a:r>
            <a:rPr lang="en-GB"/>
            <a:t>4 core modules</a:t>
          </a:r>
          <a:endParaRPr lang="en-US"/>
        </a:p>
      </dgm:t>
    </dgm:pt>
    <dgm:pt modelId="{9F83B314-596B-4DDB-A1A8-DD63E8519B59}" type="parTrans" cxnId="{EA508BC7-3E8D-4D42-AE92-3797D8D900E9}">
      <dgm:prSet/>
      <dgm:spPr/>
      <dgm:t>
        <a:bodyPr/>
        <a:lstStyle/>
        <a:p>
          <a:endParaRPr lang="en-US"/>
        </a:p>
      </dgm:t>
    </dgm:pt>
    <dgm:pt modelId="{BBB908A4-192F-40F4-8DEC-24B84E348050}" type="sibTrans" cxnId="{EA508BC7-3E8D-4D42-AE92-3797D8D900E9}">
      <dgm:prSet/>
      <dgm:spPr/>
      <dgm:t>
        <a:bodyPr/>
        <a:lstStyle/>
        <a:p>
          <a:endParaRPr lang="en-US"/>
        </a:p>
      </dgm:t>
    </dgm:pt>
    <dgm:pt modelId="{54E8DA3B-1323-46EC-B072-C26792BB659E}" type="pres">
      <dgm:prSet presAssocID="{7463E395-33CB-4353-8446-AEF999E3BA25}" presName="root" presStyleCnt="0">
        <dgm:presLayoutVars>
          <dgm:dir/>
          <dgm:resizeHandles val="exact"/>
        </dgm:presLayoutVars>
      </dgm:prSet>
      <dgm:spPr/>
    </dgm:pt>
    <dgm:pt modelId="{29880E38-776D-41AB-9A33-4CCAE5BF5330}" type="pres">
      <dgm:prSet presAssocID="{7463E395-33CB-4353-8446-AEF999E3BA25}" presName="container" presStyleCnt="0">
        <dgm:presLayoutVars>
          <dgm:dir/>
          <dgm:resizeHandles val="exact"/>
        </dgm:presLayoutVars>
      </dgm:prSet>
      <dgm:spPr/>
    </dgm:pt>
    <dgm:pt modelId="{F2553DD1-9E4C-4831-9DA5-496793C1E9BD}" type="pres">
      <dgm:prSet presAssocID="{255D730F-055B-4E8D-A948-C5B4F06AF514}" presName="compNode" presStyleCnt="0"/>
      <dgm:spPr/>
    </dgm:pt>
    <dgm:pt modelId="{C5A40796-35F9-4213-AA04-3D4FB37D0F36}" type="pres">
      <dgm:prSet presAssocID="{255D730F-055B-4E8D-A948-C5B4F06AF514}" presName="iconBgRect" presStyleLbl="bgShp" presStyleIdx="0" presStyleCnt="6"/>
      <dgm:spPr/>
    </dgm:pt>
    <dgm:pt modelId="{669B154E-5AD8-4F44-9E81-D2B4EE838600}" type="pres">
      <dgm:prSet presAssocID="{255D730F-055B-4E8D-A948-C5B4F06AF51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437A59EB-EC2E-4660-813E-AB75F04931DD}" type="pres">
      <dgm:prSet presAssocID="{255D730F-055B-4E8D-A948-C5B4F06AF514}" presName="spaceRect" presStyleCnt="0"/>
      <dgm:spPr/>
    </dgm:pt>
    <dgm:pt modelId="{7DB5EEA0-BCA6-48C4-9636-56A1C4CE877E}" type="pres">
      <dgm:prSet presAssocID="{255D730F-055B-4E8D-A948-C5B4F06AF514}" presName="textRect" presStyleLbl="revTx" presStyleIdx="0" presStyleCnt="6">
        <dgm:presLayoutVars>
          <dgm:chMax val="1"/>
          <dgm:chPref val="1"/>
        </dgm:presLayoutVars>
      </dgm:prSet>
      <dgm:spPr/>
    </dgm:pt>
    <dgm:pt modelId="{2BFBD0E6-DA33-4704-8DA3-0D89DCC0E57D}" type="pres">
      <dgm:prSet presAssocID="{FC792C5F-C228-46CF-B75F-FA8E1F49B80F}" presName="sibTrans" presStyleLbl="sibTrans2D1" presStyleIdx="0" presStyleCnt="0"/>
      <dgm:spPr/>
    </dgm:pt>
    <dgm:pt modelId="{FB72FFFE-16EF-46DF-9BDF-705D3B9D53B8}" type="pres">
      <dgm:prSet presAssocID="{98BFC4B3-1A7A-4595-B808-12FC7E7D6DBA}" presName="compNode" presStyleCnt="0"/>
      <dgm:spPr/>
    </dgm:pt>
    <dgm:pt modelId="{7E700D37-0DB3-4D7C-B517-FB37D45F2C66}" type="pres">
      <dgm:prSet presAssocID="{98BFC4B3-1A7A-4595-B808-12FC7E7D6DBA}" presName="iconBgRect" presStyleLbl="bgShp" presStyleIdx="1" presStyleCnt="6"/>
      <dgm:spPr/>
    </dgm:pt>
    <dgm:pt modelId="{77EFABCE-55AB-4B4F-8B0A-3567B168CCBF}" type="pres">
      <dgm:prSet presAssocID="{98BFC4B3-1A7A-4595-B808-12FC7E7D6DB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acher"/>
        </a:ext>
      </dgm:extLst>
    </dgm:pt>
    <dgm:pt modelId="{9E4BE6A2-DD74-47DB-ABC7-8653EC641F95}" type="pres">
      <dgm:prSet presAssocID="{98BFC4B3-1A7A-4595-B808-12FC7E7D6DBA}" presName="spaceRect" presStyleCnt="0"/>
      <dgm:spPr/>
    </dgm:pt>
    <dgm:pt modelId="{C05E88A9-88BA-4F8E-9CAE-5B07801B860E}" type="pres">
      <dgm:prSet presAssocID="{98BFC4B3-1A7A-4595-B808-12FC7E7D6DBA}" presName="textRect" presStyleLbl="revTx" presStyleIdx="1" presStyleCnt="6">
        <dgm:presLayoutVars>
          <dgm:chMax val="1"/>
          <dgm:chPref val="1"/>
        </dgm:presLayoutVars>
      </dgm:prSet>
      <dgm:spPr/>
    </dgm:pt>
    <dgm:pt modelId="{31F2E6C6-AFC6-4B9C-87EB-81C8B4A44618}" type="pres">
      <dgm:prSet presAssocID="{3ECAA81C-01CD-4BE5-A2E3-14B88B8D92B5}" presName="sibTrans" presStyleLbl="sibTrans2D1" presStyleIdx="0" presStyleCnt="0"/>
      <dgm:spPr/>
    </dgm:pt>
    <dgm:pt modelId="{05844425-0098-4C01-B6CE-DAB894DA0111}" type="pres">
      <dgm:prSet presAssocID="{106365A6-E0BC-4484-BF05-5B6AECA655A9}" presName="compNode" presStyleCnt="0"/>
      <dgm:spPr/>
    </dgm:pt>
    <dgm:pt modelId="{352C04E5-5732-45B9-95AE-39EA06DBD461}" type="pres">
      <dgm:prSet presAssocID="{106365A6-E0BC-4484-BF05-5B6AECA655A9}" presName="iconBgRect" presStyleLbl="bgShp" presStyleIdx="2" presStyleCnt="6"/>
      <dgm:spPr/>
    </dgm:pt>
    <dgm:pt modelId="{4A74F411-3DEA-4194-87AE-0F56C63498BF}" type="pres">
      <dgm:prSet presAssocID="{106365A6-E0BC-4484-BF05-5B6AECA655A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9C873428-B32E-47BD-B41B-3F8CC82A55C0}" type="pres">
      <dgm:prSet presAssocID="{106365A6-E0BC-4484-BF05-5B6AECA655A9}" presName="spaceRect" presStyleCnt="0"/>
      <dgm:spPr/>
    </dgm:pt>
    <dgm:pt modelId="{19626330-18C2-4626-84D3-B09EF26357BB}" type="pres">
      <dgm:prSet presAssocID="{106365A6-E0BC-4484-BF05-5B6AECA655A9}" presName="textRect" presStyleLbl="revTx" presStyleIdx="2" presStyleCnt="6">
        <dgm:presLayoutVars>
          <dgm:chMax val="1"/>
          <dgm:chPref val="1"/>
        </dgm:presLayoutVars>
      </dgm:prSet>
      <dgm:spPr/>
    </dgm:pt>
    <dgm:pt modelId="{00AE8BC7-0FE1-42FD-8D02-B100E3E3F4C5}" type="pres">
      <dgm:prSet presAssocID="{BCAC39F8-9ECB-4796-929D-E39155EB0D78}" presName="sibTrans" presStyleLbl="sibTrans2D1" presStyleIdx="0" presStyleCnt="0"/>
      <dgm:spPr/>
    </dgm:pt>
    <dgm:pt modelId="{B7680625-A615-49E3-A741-8C184AB55863}" type="pres">
      <dgm:prSet presAssocID="{DF6FE282-AEB1-4B20-8484-ACD7C32F0AFE}" presName="compNode" presStyleCnt="0"/>
      <dgm:spPr/>
    </dgm:pt>
    <dgm:pt modelId="{8A6FF208-44FE-41DF-961B-8459309D06BC}" type="pres">
      <dgm:prSet presAssocID="{DF6FE282-AEB1-4B20-8484-ACD7C32F0AFE}" presName="iconBgRect" presStyleLbl="bgShp" presStyleIdx="3" presStyleCnt="6"/>
      <dgm:spPr/>
    </dgm:pt>
    <dgm:pt modelId="{C46DA30D-4BEB-40EF-8DBA-85B472C38663}" type="pres">
      <dgm:prSet presAssocID="{DF6FE282-AEB1-4B20-8484-ACD7C32F0AF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4A8965DF-6610-405D-9F92-854138BC518B}" type="pres">
      <dgm:prSet presAssocID="{DF6FE282-AEB1-4B20-8484-ACD7C32F0AFE}" presName="spaceRect" presStyleCnt="0"/>
      <dgm:spPr/>
    </dgm:pt>
    <dgm:pt modelId="{D19A5A49-CF54-4ED4-8F73-A9400019B8E0}" type="pres">
      <dgm:prSet presAssocID="{DF6FE282-AEB1-4B20-8484-ACD7C32F0AFE}" presName="textRect" presStyleLbl="revTx" presStyleIdx="3" presStyleCnt="6">
        <dgm:presLayoutVars>
          <dgm:chMax val="1"/>
          <dgm:chPref val="1"/>
        </dgm:presLayoutVars>
      </dgm:prSet>
      <dgm:spPr/>
    </dgm:pt>
    <dgm:pt modelId="{E3739786-E0C1-45D3-AE35-A9908D70D7E8}" type="pres">
      <dgm:prSet presAssocID="{7A9C1F4B-391B-4393-AF6E-31132D6620DB}" presName="sibTrans" presStyleLbl="sibTrans2D1" presStyleIdx="0" presStyleCnt="0"/>
      <dgm:spPr/>
    </dgm:pt>
    <dgm:pt modelId="{82C9B6A7-4414-45FC-A008-F8CCE8E8332C}" type="pres">
      <dgm:prSet presAssocID="{D2097A27-6480-49C9-A783-E56E5DBE8742}" presName="compNode" presStyleCnt="0"/>
      <dgm:spPr/>
    </dgm:pt>
    <dgm:pt modelId="{FAD9F5D5-660E-4525-84E5-F7A0AD7BC255}" type="pres">
      <dgm:prSet presAssocID="{D2097A27-6480-49C9-A783-E56E5DBE8742}" presName="iconBgRect" presStyleLbl="bgShp" presStyleIdx="4" presStyleCnt="6"/>
      <dgm:spPr/>
    </dgm:pt>
    <dgm:pt modelId="{4325DDC2-77E0-42D3-9F5E-20E63CBADB4C}" type="pres">
      <dgm:prSet presAssocID="{D2097A27-6480-49C9-A783-E56E5DBE874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mputer"/>
        </a:ext>
      </dgm:extLst>
    </dgm:pt>
    <dgm:pt modelId="{E437FCDD-6FEE-486D-A51F-195C76816F72}" type="pres">
      <dgm:prSet presAssocID="{D2097A27-6480-49C9-A783-E56E5DBE8742}" presName="spaceRect" presStyleCnt="0"/>
      <dgm:spPr/>
    </dgm:pt>
    <dgm:pt modelId="{9602C554-344E-47D9-9E14-581EEEC64CE3}" type="pres">
      <dgm:prSet presAssocID="{D2097A27-6480-49C9-A783-E56E5DBE8742}" presName="textRect" presStyleLbl="revTx" presStyleIdx="4" presStyleCnt="6">
        <dgm:presLayoutVars>
          <dgm:chMax val="1"/>
          <dgm:chPref val="1"/>
        </dgm:presLayoutVars>
      </dgm:prSet>
      <dgm:spPr/>
    </dgm:pt>
    <dgm:pt modelId="{D85EE2A6-E7F0-4A0B-AFEA-B1E77B257982}" type="pres">
      <dgm:prSet presAssocID="{956C25FF-95CE-48D8-9CB5-42A381EB6046}" presName="sibTrans" presStyleLbl="sibTrans2D1" presStyleIdx="0" presStyleCnt="0"/>
      <dgm:spPr/>
    </dgm:pt>
    <dgm:pt modelId="{BA296790-F3FE-417D-984E-573016BA98C8}" type="pres">
      <dgm:prSet presAssocID="{2B935FFA-0EAE-45F4-B966-FAE01C3B94B2}" presName="compNode" presStyleCnt="0"/>
      <dgm:spPr/>
    </dgm:pt>
    <dgm:pt modelId="{B11F3391-58F3-408B-A7C1-50743A4C9284}" type="pres">
      <dgm:prSet presAssocID="{2B935FFA-0EAE-45F4-B966-FAE01C3B94B2}" presName="iconBgRect" presStyleLbl="bgShp" presStyleIdx="5" presStyleCnt="6"/>
      <dgm:spPr/>
    </dgm:pt>
    <dgm:pt modelId="{1AE328DE-78A7-4095-BF5A-DB86E3C5FE9C}" type="pres">
      <dgm:prSet presAssocID="{2B935FFA-0EAE-45F4-B966-FAE01C3B94B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ead with Gears"/>
        </a:ext>
      </dgm:extLst>
    </dgm:pt>
    <dgm:pt modelId="{62D0C558-7AF3-4AB6-9BD5-B7B49CC68A70}" type="pres">
      <dgm:prSet presAssocID="{2B935FFA-0EAE-45F4-B966-FAE01C3B94B2}" presName="spaceRect" presStyleCnt="0"/>
      <dgm:spPr/>
    </dgm:pt>
    <dgm:pt modelId="{C5E15E58-2798-499B-BE84-B658B404A02A}" type="pres">
      <dgm:prSet presAssocID="{2B935FFA-0EAE-45F4-B966-FAE01C3B94B2}" presName="textRect" presStyleLbl="revTx" presStyleIdx="5" presStyleCnt="6">
        <dgm:presLayoutVars>
          <dgm:chMax val="1"/>
          <dgm:chPref val="1"/>
        </dgm:presLayoutVars>
      </dgm:prSet>
      <dgm:spPr/>
    </dgm:pt>
  </dgm:ptLst>
  <dgm:cxnLst>
    <dgm:cxn modelId="{08A5320C-AB20-4110-8118-029601ED821E}" srcId="{7463E395-33CB-4353-8446-AEF999E3BA25}" destId="{D2097A27-6480-49C9-A783-E56E5DBE8742}" srcOrd="4" destOrd="0" parTransId="{659421FF-1CD8-4DC0-9D68-FAF52E98C272}" sibTransId="{956C25FF-95CE-48D8-9CB5-42A381EB6046}"/>
    <dgm:cxn modelId="{25C6300D-0C70-4DB2-831B-1E653ED60407}" type="presOf" srcId="{7463E395-33CB-4353-8446-AEF999E3BA25}" destId="{54E8DA3B-1323-46EC-B072-C26792BB659E}" srcOrd="0" destOrd="0" presId="urn:microsoft.com/office/officeart/2018/2/layout/IconCircleList"/>
    <dgm:cxn modelId="{292ABE13-FFF2-4C65-91CE-F8E0D0C0E2AB}" type="presOf" srcId="{3ECAA81C-01CD-4BE5-A2E3-14B88B8D92B5}" destId="{31F2E6C6-AFC6-4B9C-87EB-81C8B4A44618}" srcOrd="0" destOrd="0" presId="urn:microsoft.com/office/officeart/2018/2/layout/IconCircleList"/>
    <dgm:cxn modelId="{41B4E81E-099F-436C-A2D3-E6A1691F7633}" type="presOf" srcId="{BCAC39F8-9ECB-4796-929D-E39155EB0D78}" destId="{00AE8BC7-0FE1-42FD-8D02-B100E3E3F4C5}" srcOrd="0" destOrd="0" presId="urn:microsoft.com/office/officeart/2018/2/layout/IconCircleList"/>
    <dgm:cxn modelId="{1E24AD2D-627A-4D7A-8B90-D99629A90F9D}" type="presOf" srcId="{106365A6-E0BC-4484-BF05-5B6AECA655A9}" destId="{19626330-18C2-4626-84D3-B09EF26357BB}" srcOrd="0" destOrd="0" presId="urn:microsoft.com/office/officeart/2018/2/layout/IconCircleList"/>
    <dgm:cxn modelId="{90FA4F38-101A-4DCD-9290-93BE9EBB3A8A}" srcId="{7463E395-33CB-4353-8446-AEF999E3BA25}" destId="{DF6FE282-AEB1-4B20-8484-ACD7C32F0AFE}" srcOrd="3" destOrd="0" parTransId="{4E847404-F5D9-4AA0-AB3E-F942EB39CC53}" sibTransId="{7A9C1F4B-391B-4393-AF6E-31132D6620DB}"/>
    <dgm:cxn modelId="{ACA03841-6E72-47FA-9C97-11EA6C8CC6B3}" srcId="{7463E395-33CB-4353-8446-AEF999E3BA25}" destId="{106365A6-E0BC-4484-BF05-5B6AECA655A9}" srcOrd="2" destOrd="0" parTransId="{F7AD3D93-289E-4557-8832-933DBB6C683B}" sibTransId="{BCAC39F8-9ECB-4796-929D-E39155EB0D78}"/>
    <dgm:cxn modelId="{82400251-006F-4A1A-A832-539A2B6FCC57}" type="presOf" srcId="{956C25FF-95CE-48D8-9CB5-42A381EB6046}" destId="{D85EE2A6-E7F0-4A0B-AFEA-B1E77B257982}" srcOrd="0" destOrd="0" presId="urn:microsoft.com/office/officeart/2018/2/layout/IconCircleList"/>
    <dgm:cxn modelId="{26F6B752-2310-4F8C-AFB7-5ABCB076CF89}" type="presOf" srcId="{D2097A27-6480-49C9-A783-E56E5DBE8742}" destId="{9602C554-344E-47D9-9E14-581EEEC64CE3}" srcOrd="0" destOrd="0" presId="urn:microsoft.com/office/officeart/2018/2/layout/IconCircleList"/>
    <dgm:cxn modelId="{CC356CA1-45F3-4DA4-83F1-87B4DFD43A6A}" type="presOf" srcId="{DF6FE282-AEB1-4B20-8484-ACD7C32F0AFE}" destId="{D19A5A49-CF54-4ED4-8F73-A9400019B8E0}" srcOrd="0" destOrd="0" presId="urn:microsoft.com/office/officeart/2018/2/layout/IconCircleList"/>
    <dgm:cxn modelId="{CE2073A3-CCC3-421F-8374-65DE22891104}" type="presOf" srcId="{7A9C1F4B-391B-4393-AF6E-31132D6620DB}" destId="{E3739786-E0C1-45D3-AE35-A9908D70D7E8}" srcOrd="0" destOrd="0" presId="urn:microsoft.com/office/officeart/2018/2/layout/IconCircleList"/>
    <dgm:cxn modelId="{37E1F2A7-ED61-4CA9-B387-75AA1720DC0B}" type="presOf" srcId="{2B935FFA-0EAE-45F4-B966-FAE01C3B94B2}" destId="{C5E15E58-2798-499B-BE84-B658B404A02A}" srcOrd="0" destOrd="0" presId="urn:microsoft.com/office/officeart/2018/2/layout/IconCircleList"/>
    <dgm:cxn modelId="{97FE43A9-BC68-4553-8E92-1E2DA61A7295}" type="presOf" srcId="{255D730F-055B-4E8D-A948-C5B4F06AF514}" destId="{7DB5EEA0-BCA6-48C4-9636-56A1C4CE877E}" srcOrd="0" destOrd="0" presId="urn:microsoft.com/office/officeart/2018/2/layout/IconCircleList"/>
    <dgm:cxn modelId="{704B08B4-A647-4FF3-A482-C84432DAD187}" type="presOf" srcId="{FC792C5F-C228-46CF-B75F-FA8E1F49B80F}" destId="{2BFBD0E6-DA33-4704-8DA3-0D89DCC0E57D}" srcOrd="0" destOrd="0" presId="urn:microsoft.com/office/officeart/2018/2/layout/IconCircleList"/>
    <dgm:cxn modelId="{438721C4-BA25-476A-B906-A394577B9ECB}" type="presOf" srcId="{98BFC4B3-1A7A-4595-B808-12FC7E7D6DBA}" destId="{C05E88A9-88BA-4F8E-9CAE-5B07801B860E}" srcOrd="0" destOrd="0" presId="urn:microsoft.com/office/officeart/2018/2/layout/IconCircleList"/>
    <dgm:cxn modelId="{0DF0D3C5-A2AA-431D-B055-80E785670D0A}" srcId="{7463E395-33CB-4353-8446-AEF999E3BA25}" destId="{98BFC4B3-1A7A-4595-B808-12FC7E7D6DBA}" srcOrd="1" destOrd="0" parTransId="{A4CF22D8-2720-480B-BAEB-76B51F97E888}" sibTransId="{3ECAA81C-01CD-4BE5-A2E3-14B88B8D92B5}"/>
    <dgm:cxn modelId="{EA508BC7-3E8D-4D42-AE92-3797D8D900E9}" srcId="{7463E395-33CB-4353-8446-AEF999E3BA25}" destId="{2B935FFA-0EAE-45F4-B966-FAE01C3B94B2}" srcOrd="5" destOrd="0" parTransId="{9F83B314-596B-4DDB-A1A8-DD63E8519B59}" sibTransId="{BBB908A4-192F-40F4-8DEC-24B84E348050}"/>
    <dgm:cxn modelId="{3D49F5F4-6C92-4620-989E-8A49D538C782}" srcId="{7463E395-33CB-4353-8446-AEF999E3BA25}" destId="{255D730F-055B-4E8D-A948-C5B4F06AF514}" srcOrd="0" destOrd="0" parTransId="{44D1CD79-CA4E-4DF1-A1E4-D2BC9E42B5EF}" sibTransId="{FC792C5F-C228-46CF-B75F-FA8E1F49B80F}"/>
    <dgm:cxn modelId="{64865038-B5CF-4E92-B707-B2DBE7A4C73F}" type="presParOf" srcId="{54E8DA3B-1323-46EC-B072-C26792BB659E}" destId="{29880E38-776D-41AB-9A33-4CCAE5BF5330}" srcOrd="0" destOrd="0" presId="urn:microsoft.com/office/officeart/2018/2/layout/IconCircleList"/>
    <dgm:cxn modelId="{B5ABC714-33E1-4612-AE77-C47CC1EBA64C}" type="presParOf" srcId="{29880E38-776D-41AB-9A33-4CCAE5BF5330}" destId="{F2553DD1-9E4C-4831-9DA5-496793C1E9BD}" srcOrd="0" destOrd="0" presId="urn:microsoft.com/office/officeart/2018/2/layout/IconCircleList"/>
    <dgm:cxn modelId="{FBE26E43-5280-4B2F-B7BF-B5B0EF28CFD2}" type="presParOf" srcId="{F2553DD1-9E4C-4831-9DA5-496793C1E9BD}" destId="{C5A40796-35F9-4213-AA04-3D4FB37D0F36}" srcOrd="0" destOrd="0" presId="urn:microsoft.com/office/officeart/2018/2/layout/IconCircleList"/>
    <dgm:cxn modelId="{98E1F4E3-3263-4EF5-B402-78421C6E41E2}" type="presParOf" srcId="{F2553DD1-9E4C-4831-9DA5-496793C1E9BD}" destId="{669B154E-5AD8-4F44-9E81-D2B4EE838600}" srcOrd="1" destOrd="0" presId="urn:microsoft.com/office/officeart/2018/2/layout/IconCircleList"/>
    <dgm:cxn modelId="{1AA46AFC-3EDD-497D-AA13-0066945F7AB3}" type="presParOf" srcId="{F2553DD1-9E4C-4831-9DA5-496793C1E9BD}" destId="{437A59EB-EC2E-4660-813E-AB75F04931DD}" srcOrd="2" destOrd="0" presId="urn:microsoft.com/office/officeart/2018/2/layout/IconCircleList"/>
    <dgm:cxn modelId="{B4BB6870-12F4-4D33-9EAA-D50B063E10EA}" type="presParOf" srcId="{F2553DD1-9E4C-4831-9DA5-496793C1E9BD}" destId="{7DB5EEA0-BCA6-48C4-9636-56A1C4CE877E}" srcOrd="3" destOrd="0" presId="urn:microsoft.com/office/officeart/2018/2/layout/IconCircleList"/>
    <dgm:cxn modelId="{3A3A2B01-1EE0-421B-B9CE-A80BC9F96A1C}" type="presParOf" srcId="{29880E38-776D-41AB-9A33-4CCAE5BF5330}" destId="{2BFBD0E6-DA33-4704-8DA3-0D89DCC0E57D}" srcOrd="1" destOrd="0" presId="urn:microsoft.com/office/officeart/2018/2/layout/IconCircleList"/>
    <dgm:cxn modelId="{F6F3CB41-B9F9-4F6B-9C2D-9BE64683885D}" type="presParOf" srcId="{29880E38-776D-41AB-9A33-4CCAE5BF5330}" destId="{FB72FFFE-16EF-46DF-9BDF-705D3B9D53B8}" srcOrd="2" destOrd="0" presId="urn:microsoft.com/office/officeart/2018/2/layout/IconCircleList"/>
    <dgm:cxn modelId="{424839FE-6E02-477A-9D3B-BE350460C0E7}" type="presParOf" srcId="{FB72FFFE-16EF-46DF-9BDF-705D3B9D53B8}" destId="{7E700D37-0DB3-4D7C-B517-FB37D45F2C66}" srcOrd="0" destOrd="0" presId="urn:microsoft.com/office/officeart/2018/2/layout/IconCircleList"/>
    <dgm:cxn modelId="{F591934C-FAE9-4189-8D7E-4E2B3B0B0797}" type="presParOf" srcId="{FB72FFFE-16EF-46DF-9BDF-705D3B9D53B8}" destId="{77EFABCE-55AB-4B4F-8B0A-3567B168CCBF}" srcOrd="1" destOrd="0" presId="urn:microsoft.com/office/officeart/2018/2/layout/IconCircleList"/>
    <dgm:cxn modelId="{640680C9-DEA5-4B2E-867B-936F5448A39B}" type="presParOf" srcId="{FB72FFFE-16EF-46DF-9BDF-705D3B9D53B8}" destId="{9E4BE6A2-DD74-47DB-ABC7-8653EC641F95}" srcOrd="2" destOrd="0" presId="urn:microsoft.com/office/officeart/2018/2/layout/IconCircleList"/>
    <dgm:cxn modelId="{D747C46C-DA75-443D-A257-66C76589D110}" type="presParOf" srcId="{FB72FFFE-16EF-46DF-9BDF-705D3B9D53B8}" destId="{C05E88A9-88BA-4F8E-9CAE-5B07801B860E}" srcOrd="3" destOrd="0" presId="urn:microsoft.com/office/officeart/2018/2/layout/IconCircleList"/>
    <dgm:cxn modelId="{995219D8-9478-4199-BE93-C058F7B0A74E}" type="presParOf" srcId="{29880E38-776D-41AB-9A33-4CCAE5BF5330}" destId="{31F2E6C6-AFC6-4B9C-87EB-81C8B4A44618}" srcOrd="3" destOrd="0" presId="urn:microsoft.com/office/officeart/2018/2/layout/IconCircleList"/>
    <dgm:cxn modelId="{EC797031-36C2-4C1B-980D-7FC9BF4C256F}" type="presParOf" srcId="{29880E38-776D-41AB-9A33-4CCAE5BF5330}" destId="{05844425-0098-4C01-B6CE-DAB894DA0111}" srcOrd="4" destOrd="0" presId="urn:microsoft.com/office/officeart/2018/2/layout/IconCircleList"/>
    <dgm:cxn modelId="{DD44A440-00E7-487A-8329-9B5D0F3663D3}" type="presParOf" srcId="{05844425-0098-4C01-B6CE-DAB894DA0111}" destId="{352C04E5-5732-45B9-95AE-39EA06DBD461}" srcOrd="0" destOrd="0" presId="urn:microsoft.com/office/officeart/2018/2/layout/IconCircleList"/>
    <dgm:cxn modelId="{1F2D7597-13A2-4DEF-B7FA-F8CB8633C4A5}" type="presParOf" srcId="{05844425-0098-4C01-B6CE-DAB894DA0111}" destId="{4A74F411-3DEA-4194-87AE-0F56C63498BF}" srcOrd="1" destOrd="0" presId="urn:microsoft.com/office/officeart/2018/2/layout/IconCircleList"/>
    <dgm:cxn modelId="{6EC4A73C-0854-4809-892B-93845A0D5272}" type="presParOf" srcId="{05844425-0098-4C01-B6CE-DAB894DA0111}" destId="{9C873428-B32E-47BD-B41B-3F8CC82A55C0}" srcOrd="2" destOrd="0" presId="urn:microsoft.com/office/officeart/2018/2/layout/IconCircleList"/>
    <dgm:cxn modelId="{AA9EC700-65ED-42FA-852D-89E7E14FDC1C}" type="presParOf" srcId="{05844425-0098-4C01-B6CE-DAB894DA0111}" destId="{19626330-18C2-4626-84D3-B09EF26357BB}" srcOrd="3" destOrd="0" presId="urn:microsoft.com/office/officeart/2018/2/layout/IconCircleList"/>
    <dgm:cxn modelId="{51D174BF-BEE6-4549-9AE3-FDD885E053A5}" type="presParOf" srcId="{29880E38-776D-41AB-9A33-4CCAE5BF5330}" destId="{00AE8BC7-0FE1-42FD-8D02-B100E3E3F4C5}" srcOrd="5" destOrd="0" presId="urn:microsoft.com/office/officeart/2018/2/layout/IconCircleList"/>
    <dgm:cxn modelId="{0777DB4A-9036-443D-9E21-BEFA88208D8C}" type="presParOf" srcId="{29880E38-776D-41AB-9A33-4CCAE5BF5330}" destId="{B7680625-A615-49E3-A741-8C184AB55863}" srcOrd="6" destOrd="0" presId="urn:microsoft.com/office/officeart/2018/2/layout/IconCircleList"/>
    <dgm:cxn modelId="{9DBEF5F6-5D35-4D47-9ACC-5227F780E3F2}" type="presParOf" srcId="{B7680625-A615-49E3-A741-8C184AB55863}" destId="{8A6FF208-44FE-41DF-961B-8459309D06BC}" srcOrd="0" destOrd="0" presId="urn:microsoft.com/office/officeart/2018/2/layout/IconCircleList"/>
    <dgm:cxn modelId="{0C468033-0962-4B73-879B-115E249BB861}" type="presParOf" srcId="{B7680625-A615-49E3-A741-8C184AB55863}" destId="{C46DA30D-4BEB-40EF-8DBA-85B472C38663}" srcOrd="1" destOrd="0" presId="urn:microsoft.com/office/officeart/2018/2/layout/IconCircleList"/>
    <dgm:cxn modelId="{F423FF7B-3B63-4EE1-A35A-E5D31FC43554}" type="presParOf" srcId="{B7680625-A615-49E3-A741-8C184AB55863}" destId="{4A8965DF-6610-405D-9F92-854138BC518B}" srcOrd="2" destOrd="0" presId="urn:microsoft.com/office/officeart/2018/2/layout/IconCircleList"/>
    <dgm:cxn modelId="{DC435725-D1CF-4E9A-BB87-1A17A5FDD75C}" type="presParOf" srcId="{B7680625-A615-49E3-A741-8C184AB55863}" destId="{D19A5A49-CF54-4ED4-8F73-A9400019B8E0}" srcOrd="3" destOrd="0" presId="urn:microsoft.com/office/officeart/2018/2/layout/IconCircleList"/>
    <dgm:cxn modelId="{DF4E3D37-5C3B-4561-80E4-F88558DDAAC5}" type="presParOf" srcId="{29880E38-776D-41AB-9A33-4CCAE5BF5330}" destId="{E3739786-E0C1-45D3-AE35-A9908D70D7E8}" srcOrd="7" destOrd="0" presId="urn:microsoft.com/office/officeart/2018/2/layout/IconCircleList"/>
    <dgm:cxn modelId="{E76CC085-1D1A-41ED-ABA0-80A2EB3867EE}" type="presParOf" srcId="{29880E38-776D-41AB-9A33-4CCAE5BF5330}" destId="{82C9B6A7-4414-45FC-A008-F8CCE8E8332C}" srcOrd="8" destOrd="0" presId="urn:microsoft.com/office/officeart/2018/2/layout/IconCircleList"/>
    <dgm:cxn modelId="{7B60AC73-FB47-4E6C-8437-5954C7CF7FCC}" type="presParOf" srcId="{82C9B6A7-4414-45FC-A008-F8CCE8E8332C}" destId="{FAD9F5D5-660E-4525-84E5-F7A0AD7BC255}" srcOrd="0" destOrd="0" presId="urn:microsoft.com/office/officeart/2018/2/layout/IconCircleList"/>
    <dgm:cxn modelId="{0A6573B1-5707-4AC4-ABF6-3D67F508A07F}" type="presParOf" srcId="{82C9B6A7-4414-45FC-A008-F8CCE8E8332C}" destId="{4325DDC2-77E0-42D3-9F5E-20E63CBADB4C}" srcOrd="1" destOrd="0" presId="urn:microsoft.com/office/officeart/2018/2/layout/IconCircleList"/>
    <dgm:cxn modelId="{0703EB92-FD1D-440B-97B1-725CD96964E7}" type="presParOf" srcId="{82C9B6A7-4414-45FC-A008-F8CCE8E8332C}" destId="{E437FCDD-6FEE-486D-A51F-195C76816F72}" srcOrd="2" destOrd="0" presId="urn:microsoft.com/office/officeart/2018/2/layout/IconCircleList"/>
    <dgm:cxn modelId="{85A88D35-8374-4313-B6C1-178D10A53070}" type="presParOf" srcId="{82C9B6A7-4414-45FC-A008-F8CCE8E8332C}" destId="{9602C554-344E-47D9-9E14-581EEEC64CE3}" srcOrd="3" destOrd="0" presId="urn:microsoft.com/office/officeart/2018/2/layout/IconCircleList"/>
    <dgm:cxn modelId="{A935635E-B350-41DD-84E9-C754D8A538D0}" type="presParOf" srcId="{29880E38-776D-41AB-9A33-4CCAE5BF5330}" destId="{D85EE2A6-E7F0-4A0B-AFEA-B1E77B257982}" srcOrd="9" destOrd="0" presId="urn:microsoft.com/office/officeart/2018/2/layout/IconCircleList"/>
    <dgm:cxn modelId="{A4D7F0CF-7285-4A73-9A3F-B77F89595A44}" type="presParOf" srcId="{29880E38-776D-41AB-9A33-4CCAE5BF5330}" destId="{BA296790-F3FE-417D-984E-573016BA98C8}" srcOrd="10" destOrd="0" presId="urn:microsoft.com/office/officeart/2018/2/layout/IconCircleList"/>
    <dgm:cxn modelId="{C30581AD-3A9D-4D5D-B973-D2467A320A86}" type="presParOf" srcId="{BA296790-F3FE-417D-984E-573016BA98C8}" destId="{B11F3391-58F3-408B-A7C1-50743A4C9284}" srcOrd="0" destOrd="0" presId="urn:microsoft.com/office/officeart/2018/2/layout/IconCircleList"/>
    <dgm:cxn modelId="{3055184B-2600-4E03-A52C-C6505DA80452}" type="presParOf" srcId="{BA296790-F3FE-417D-984E-573016BA98C8}" destId="{1AE328DE-78A7-4095-BF5A-DB86E3C5FE9C}" srcOrd="1" destOrd="0" presId="urn:microsoft.com/office/officeart/2018/2/layout/IconCircleList"/>
    <dgm:cxn modelId="{2DA1A9DB-1B7A-4635-A17D-A5DC9B2D8F11}" type="presParOf" srcId="{BA296790-F3FE-417D-984E-573016BA98C8}" destId="{62D0C558-7AF3-4AB6-9BD5-B7B49CC68A70}" srcOrd="2" destOrd="0" presId="urn:microsoft.com/office/officeart/2018/2/layout/IconCircleList"/>
    <dgm:cxn modelId="{1004EAC6-8E3E-4FA2-9E8A-FFB6BC202B7F}" type="presParOf" srcId="{BA296790-F3FE-417D-984E-573016BA98C8}" destId="{C5E15E58-2798-499B-BE84-B658B404A02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D601D8D-1D63-4D95-813B-3E7F7C2635D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2C16B7C-F6C7-4495-8C29-29774CAC4D82}">
      <dgm:prSet/>
      <dgm:spPr/>
      <dgm:t>
        <a:bodyPr/>
        <a:lstStyle/>
        <a:p>
          <a:r>
            <a:rPr lang="en-US" b="1"/>
            <a:t>Core Framework</a:t>
          </a:r>
          <a:endParaRPr lang="en-US"/>
        </a:p>
      </dgm:t>
    </dgm:pt>
    <dgm:pt modelId="{2A24A4D6-33E4-4380-BDE1-676143E0AA5C}" type="parTrans" cxnId="{D7A8EDDC-142F-4646-AC09-415F7680CB0E}">
      <dgm:prSet/>
      <dgm:spPr/>
      <dgm:t>
        <a:bodyPr/>
        <a:lstStyle/>
        <a:p>
          <a:endParaRPr lang="en-US"/>
        </a:p>
      </dgm:t>
    </dgm:pt>
    <dgm:pt modelId="{44B8618F-F8F9-4D8E-BECE-2CE2AFA1EFC2}" type="sibTrans" cxnId="{D7A8EDDC-142F-4646-AC09-415F7680CB0E}">
      <dgm:prSet/>
      <dgm:spPr/>
      <dgm:t>
        <a:bodyPr/>
        <a:lstStyle/>
        <a:p>
          <a:endParaRPr lang="en-US"/>
        </a:p>
      </dgm:t>
    </dgm:pt>
    <dgm:pt modelId="{7346750C-F65E-46FA-88D6-F41959204194}">
      <dgm:prSet/>
      <dgm:spPr/>
      <dgm:t>
        <a:bodyPr/>
        <a:lstStyle/>
        <a:p>
          <a:r>
            <a:rPr lang="en-US" b="1"/>
            <a:t>ASP.NET Core 8.0 MVC</a:t>
          </a:r>
          <a:endParaRPr lang="en-US"/>
        </a:p>
      </dgm:t>
    </dgm:pt>
    <dgm:pt modelId="{A86C9F5E-6561-49F5-8C6A-23587FAB2782}" type="parTrans" cxnId="{50902CBC-1D8C-4069-8B2E-F7C384765FF6}">
      <dgm:prSet/>
      <dgm:spPr/>
      <dgm:t>
        <a:bodyPr/>
        <a:lstStyle/>
        <a:p>
          <a:endParaRPr lang="en-US"/>
        </a:p>
      </dgm:t>
    </dgm:pt>
    <dgm:pt modelId="{DD17E5D3-989A-499C-84FB-1FE2EC2BBC6E}" type="sibTrans" cxnId="{50902CBC-1D8C-4069-8B2E-F7C384765FF6}">
      <dgm:prSet/>
      <dgm:spPr/>
      <dgm:t>
        <a:bodyPr/>
        <a:lstStyle/>
        <a:p>
          <a:endParaRPr lang="en-US"/>
        </a:p>
      </dgm:t>
    </dgm:pt>
    <dgm:pt modelId="{B58654F0-988A-4CF0-A58A-1AD0B6596E05}">
      <dgm:prSet/>
      <dgm:spPr/>
      <dgm:t>
        <a:bodyPr/>
        <a:lstStyle/>
        <a:p>
          <a:r>
            <a:rPr lang="en-US" b="1"/>
            <a:t>C# .NET 8</a:t>
          </a:r>
          <a:r>
            <a:rPr lang="en-US"/>
            <a:t> — Cross-platform, modern runtime</a:t>
          </a:r>
        </a:p>
      </dgm:t>
    </dgm:pt>
    <dgm:pt modelId="{6073FCD8-E9EF-4C12-A6C2-441D38AA3DF4}" type="parTrans" cxnId="{5623B1FD-FA55-4899-9FB2-C0E326E2A600}">
      <dgm:prSet/>
      <dgm:spPr/>
      <dgm:t>
        <a:bodyPr/>
        <a:lstStyle/>
        <a:p>
          <a:endParaRPr lang="en-US"/>
        </a:p>
      </dgm:t>
    </dgm:pt>
    <dgm:pt modelId="{7376AC42-7F91-4DBC-AEC0-385FED007F8B}" type="sibTrans" cxnId="{5623B1FD-FA55-4899-9FB2-C0E326E2A600}">
      <dgm:prSet/>
      <dgm:spPr/>
      <dgm:t>
        <a:bodyPr/>
        <a:lstStyle/>
        <a:p>
          <a:endParaRPr lang="en-US"/>
        </a:p>
      </dgm:t>
    </dgm:pt>
    <dgm:pt modelId="{9DBE73E3-1965-4293-A591-4C73443693F0}">
      <dgm:prSet/>
      <dgm:spPr/>
      <dgm:t>
        <a:bodyPr/>
        <a:lstStyle/>
        <a:p>
          <a:r>
            <a:rPr lang="en-US" b="1"/>
            <a:t>Pattern</a:t>
          </a:r>
          <a:r>
            <a:rPr lang="en-US"/>
            <a:t>: Model-View-Controller</a:t>
          </a:r>
        </a:p>
      </dgm:t>
    </dgm:pt>
    <dgm:pt modelId="{317F1AB7-329E-43CC-8D45-6A0FA2B5B123}" type="parTrans" cxnId="{2A159708-5885-4AA1-9973-125AC64C4035}">
      <dgm:prSet/>
      <dgm:spPr/>
      <dgm:t>
        <a:bodyPr/>
        <a:lstStyle/>
        <a:p>
          <a:endParaRPr lang="en-US"/>
        </a:p>
      </dgm:t>
    </dgm:pt>
    <dgm:pt modelId="{5A4C4CB0-AF33-4200-A8FE-DBA358A70704}" type="sibTrans" cxnId="{2A159708-5885-4AA1-9973-125AC64C4035}">
      <dgm:prSet/>
      <dgm:spPr/>
      <dgm:t>
        <a:bodyPr/>
        <a:lstStyle/>
        <a:p>
          <a:endParaRPr lang="en-US"/>
        </a:p>
      </dgm:t>
    </dgm:pt>
    <dgm:pt modelId="{03E8A60C-6382-48F1-ACF2-B54CB5965F9A}" type="pres">
      <dgm:prSet presAssocID="{CD601D8D-1D63-4D95-813B-3E7F7C2635D5}" presName="linear" presStyleCnt="0">
        <dgm:presLayoutVars>
          <dgm:animLvl val="lvl"/>
          <dgm:resizeHandles val="exact"/>
        </dgm:presLayoutVars>
      </dgm:prSet>
      <dgm:spPr/>
    </dgm:pt>
    <dgm:pt modelId="{1A481529-99BB-4CFA-8DEE-AC1DFC3AAEC0}" type="pres">
      <dgm:prSet presAssocID="{12C16B7C-F6C7-4495-8C29-29774CAC4D82}" presName="parentText" presStyleLbl="node1" presStyleIdx="0" presStyleCnt="4">
        <dgm:presLayoutVars>
          <dgm:chMax val="0"/>
          <dgm:bulletEnabled val="1"/>
        </dgm:presLayoutVars>
      </dgm:prSet>
      <dgm:spPr/>
    </dgm:pt>
    <dgm:pt modelId="{F9B1D371-C75A-4882-93B5-7EBCB3025F5D}" type="pres">
      <dgm:prSet presAssocID="{44B8618F-F8F9-4D8E-BECE-2CE2AFA1EFC2}" presName="spacer" presStyleCnt="0"/>
      <dgm:spPr/>
    </dgm:pt>
    <dgm:pt modelId="{DCBF78BA-BC67-4189-9C7D-3BE0E6082CAD}" type="pres">
      <dgm:prSet presAssocID="{7346750C-F65E-46FA-88D6-F41959204194}" presName="parentText" presStyleLbl="node1" presStyleIdx="1" presStyleCnt="4">
        <dgm:presLayoutVars>
          <dgm:chMax val="0"/>
          <dgm:bulletEnabled val="1"/>
        </dgm:presLayoutVars>
      </dgm:prSet>
      <dgm:spPr/>
    </dgm:pt>
    <dgm:pt modelId="{1ABE7572-2FBB-4B7C-ADA5-7958E9923007}" type="pres">
      <dgm:prSet presAssocID="{DD17E5D3-989A-499C-84FB-1FE2EC2BBC6E}" presName="spacer" presStyleCnt="0"/>
      <dgm:spPr/>
    </dgm:pt>
    <dgm:pt modelId="{FB155EB5-3CB9-40B5-A251-B292425F7A30}" type="pres">
      <dgm:prSet presAssocID="{B58654F0-988A-4CF0-A58A-1AD0B6596E05}" presName="parentText" presStyleLbl="node1" presStyleIdx="2" presStyleCnt="4">
        <dgm:presLayoutVars>
          <dgm:chMax val="0"/>
          <dgm:bulletEnabled val="1"/>
        </dgm:presLayoutVars>
      </dgm:prSet>
      <dgm:spPr/>
    </dgm:pt>
    <dgm:pt modelId="{987EFABB-820A-4D32-9468-A6955B4E2BBA}" type="pres">
      <dgm:prSet presAssocID="{7376AC42-7F91-4DBC-AEC0-385FED007F8B}" presName="spacer" presStyleCnt="0"/>
      <dgm:spPr/>
    </dgm:pt>
    <dgm:pt modelId="{8C9C68D3-9F4B-479D-89F8-DE4615CECA76}" type="pres">
      <dgm:prSet presAssocID="{9DBE73E3-1965-4293-A591-4C73443693F0}" presName="parentText" presStyleLbl="node1" presStyleIdx="3" presStyleCnt="4">
        <dgm:presLayoutVars>
          <dgm:chMax val="0"/>
          <dgm:bulletEnabled val="1"/>
        </dgm:presLayoutVars>
      </dgm:prSet>
      <dgm:spPr/>
    </dgm:pt>
  </dgm:ptLst>
  <dgm:cxnLst>
    <dgm:cxn modelId="{2A159708-5885-4AA1-9973-125AC64C4035}" srcId="{CD601D8D-1D63-4D95-813B-3E7F7C2635D5}" destId="{9DBE73E3-1965-4293-A591-4C73443693F0}" srcOrd="3" destOrd="0" parTransId="{317F1AB7-329E-43CC-8D45-6A0FA2B5B123}" sibTransId="{5A4C4CB0-AF33-4200-A8FE-DBA358A70704}"/>
    <dgm:cxn modelId="{46897C52-9238-4328-8D18-A9C9C4BB2310}" type="presOf" srcId="{12C16B7C-F6C7-4495-8C29-29774CAC4D82}" destId="{1A481529-99BB-4CFA-8DEE-AC1DFC3AAEC0}" srcOrd="0" destOrd="0" presId="urn:microsoft.com/office/officeart/2005/8/layout/vList2"/>
    <dgm:cxn modelId="{0B16B5B8-5C1F-4570-9C37-C64A0751A8F9}" type="presOf" srcId="{7346750C-F65E-46FA-88D6-F41959204194}" destId="{DCBF78BA-BC67-4189-9C7D-3BE0E6082CAD}" srcOrd="0" destOrd="0" presId="urn:microsoft.com/office/officeart/2005/8/layout/vList2"/>
    <dgm:cxn modelId="{50902CBC-1D8C-4069-8B2E-F7C384765FF6}" srcId="{CD601D8D-1D63-4D95-813B-3E7F7C2635D5}" destId="{7346750C-F65E-46FA-88D6-F41959204194}" srcOrd="1" destOrd="0" parTransId="{A86C9F5E-6561-49F5-8C6A-23587FAB2782}" sibTransId="{DD17E5D3-989A-499C-84FB-1FE2EC2BBC6E}"/>
    <dgm:cxn modelId="{946AAABD-A6C4-4049-8F31-13E74C96126D}" type="presOf" srcId="{B58654F0-988A-4CF0-A58A-1AD0B6596E05}" destId="{FB155EB5-3CB9-40B5-A251-B292425F7A30}" srcOrd="0" destOrd="0" presId="urn:microsoft.com/office/officeart/2005/8/layout/vList2"/>
    <dgm:cxn modelId="{E03192C8-7F28-4FBD-BD27-A01D0BA93A13}" type="presOf" srcId="{CD601D8D-1D63-4D95-813B-3E7F7C2635D5}" destId="{03E8A60C-6382-48F1-ACF2-B54CB5965F9A}" srcOrd="0" destOrd="0" presId="urn:microsoft.com/office/officeart/2005/8/layout/vList2"/>
    <dgm:cxn modelId="{9BEEF1CE-FB59-4120-A18D-E2C94FD2D6E4}" type="presOf" srcId="{9DBE73E3-1965-4293-A591-4C73443693F0}" destId="{8C9C68D3-9F4B-479D-89F8-DE4615CECA76}" srcOrd="0" destOrd="0" presId="urn:microsoft.com/office/officeart/2005/8/layout/vList2"/>
    <dgm:cxn modelId="{D7A8EDDC-142F-4646-AC09-415F7680CB0E}" srcId="{CD601D8D-1D63-4D95-813B-3E7F7C2635D5}" destId="{12C16B7C-F6C7-4495-8C29-29774CAC4D82}" srcOrd="0" destOrd="0" parTransId="{2A24A4D6-33E4-4380-BDE1-676143E0AA5C}" sibTransId="{44B8618F-F8F9-4D8E-BECE-2CE2AFA1EFC2}"/>
    <dgm:cxn modelId="{5623B1FD-FA55-4899-9FB2-C0E326E2A600}" srcId="{CD601D8D-1D63-4D95-813B-3E7F7C2635D5}" destId="{B58654F0-988A-4CF0-A58A-1AD0B6596E05}" srcOrd="2" destOrd="0" parTransId="{6073FCD8-E9EF-4C12-A6C2-441D38AA3DF4}" sibTransId="{7376AC42-7F91-4DBC-AEC0-385FED007F8B}"/>
    <dgm:cxn modelId="{36960E41-5363-4277-915F-9AF8843BE264}" type="presParOf" srcId="{03E8A60C-6382-48F1-ACF2-B54CB5965F9A}" destId="{1A481529-99BB-4CFA-8DEE-AC1DFC3AAEC0}" srcOrd="0" destOrd="0" presId="urn:microsoft.com/office/officeart/2005/8/layout/vList2"/>
    <dgm:cxn modelId="{AB7CADAD-DC50-4A91-A6DB-0198B8210491}" type="presParOf" srcId="{03E8A60C-6382-48F1-ACF2-B54CB5965F9A}" destId="{F9B1D371-C75A-4882-93B5-7EBCB3025F5D}" srcOrd="1" destOrd="0" presId="urn:microsoft.com/office/officeart/2005/8/layout/vList2"/>
    <dgm:cxn modelId="{5F49B561-11F7-4CC3-B1E2-66AD5203AE36}" type="presParOf" srcId="{03E8A60C-6382-48F1-ACF2-B54CB5965F9A}" destId="{DCBF78BA-BC67-4189-9C7D-3BE0E6082CAD}" srcOrd="2" destOrd="0" presId="urn:microsoft.com/office/officeart/2005/8/layout/vList2"/>
    <dgm:cxn modelId="{CF04F439-2DDB-4C36-B666-8721DD9C31B0}" type="presParOf" srcId="{03E8A60C-6382-48F1-ACF2-B54CB5965F9A}" destId="{1ABE7572-2FBB-4B7C-ADA5-7958E9923007}" srcOrd="3" destOrd="0" presId="urn:microsoft.com/office/officeart/2005/8/layout/vList2"/>
    <dgm:cxn modelId="{99D8309D-2A59-48EB-93E1-8DEA81F6CC37}" type="presParOf" srcId="{03E8A60C-6382-48F1-ACF2-B54CB5965F9A}" destId="{FB155EB5-3CB9-40B5-A251-B292425F7A30}" srcOrd="4" destOrd="0" presId="urn:microsoft.com/office/officeart/2005/8/layout/vList2"/>
    <dgm:cxn modelId="{37DB5E2B-D63F-431E-A131-4867204BB577}" type="presParOf" srcId="{03E8A60C-6382-48F1-ACF2-B54CB5965F9A}" destId="{987EFABB-820A-4D32-9468-A6955B4E2BBA}" srcOrd="5" destOrd="0" presId="urn:microsoft.com/office/officeart/2005/8/layout/vList2"/>
    <dgm:cxn modelId="{A1FCC606-E518-42FC-AADF-B7E60700C20B}" type="presParOf" srcId="{03E8A60C-6382-48F1-ACF2-B54CB5965F9A}" destId="{8C9C68D3-9F4B-479D-89F8-DE4615CECA7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BBABFFC-F9B1-40CE-B8D2-B7E15AE1FB3A}"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23F76E9B-4576-480B-9C0D-4397BFD81B95}">
      <dgm:prSet/>
      <dgm:spPr/>
      <dgm:t>
        <a:bodyPr/>
        <a:lstStyle/>
        <a:p>
          <a:r>
            <a:rPr lang="en-US" b="1"/>
            <a:t>1. Frontend Layer – ASP.NET Core MVC</a:t>
          </a:r>
          <a:endParaRPr lang="en-US"/>
        </a:p>
      </dgm:t>
    </dgm:pt>
    <dgm:pt modelId="{90D42970-CBFB-45EC-9630-397AD67B6C5A}" type="parTrans" cxnId="{F1EA7056-596F-4A28-A238-A80D0E084BB9}">
      <dgm:prSet/>
      <dgm:spPr/>
      <dgm:t>
        <a:bodyPr/>
        <a:lstStyle/>
        <a:p>
          <a:endParaRPr lang="en-US"/>
        </a:p>
      </dgm:t>
    </dgm:pt>
    <dgm:pt modelId="{99FC2ECB-774F-4166-A157-E8C2935F1678}" type="sibTrans" cxnId="{F1EA7056-596F-4A28-A238-A80D0E084BB9}">
      <dgm:prSet/>
      <dgm:spPr/>
      <dgm:t>
        <a:bodyPr/>
        <a:lstStyle/>
        <a:p>
          <a:endParaRPr lang="en-US"/>
        </a:p>
      </dgm:t>
    </dgm:pt>
    <dgm:pt modelId="{5ACD7E81-6AB2-4098-A829-09FAF43E6750}">
      <dgm:prSet/>
      <dgm:spPr/>
      <dgm:t>
        <a:bodyPr/>
        <a:lstStyle/>
        <a:p>
          <a:r>
            <a:rPr lang="en-US"/>
            <a:t>Handles </a:t>
          </a:r>
          <a:r>
            <a:rPr lang="en-US" b="1"/>
            <a:t>user interaction</a:t>
          </a:r>
          <a:r>
            <a:rPr lang="en-US"/>
            <a:t> and presentation logic.</a:t>
          </a:r>
        </a:p>
      </dgm:t>
    </dgm:pt>
    <dgm:pt modelId="{C470583F-FEE4-4007-912B-97E6AD7218C1}" type="parTrans" cxnId="{55052BCF-E992-4521-A24F-D30B83AF6EE9}">
      <dgm:prSet/>
      <dgm:spPr/>
      <dgm:t>
        <a:bodyPr/>
        <a:lstStyle/>
        <a:p>
          <a:endParaRPr lang="en-US"/>
        </a:p>
      </dgm:t>
    </dgm:pt>
    <dgm:pt modelId="{723C3CBF-0A8D-483B-AD71-C05DDEB5280F}" type="sibTrans" cxnId="{55052BCF-E992-4521-A24F-D30B83AF6EE9}">
      <dgm:prSet/>
      <dgm:spPr/>
      <dgm:t>
        <a:bodyPr/>
        <a:lstStyle/>
        <a:p>
          <a:endParaRPr lang="en-US"/>
        </a:p>
      </dgm:t>
    </dgm:pt>
    <dgm:pt modelId="{E7DE454A-B933-4413-9561-5263D8683F19}">
      <dgm:prSet/>
      <dgm:spPr/>
      <dgm:t>
        <a:bodyPr/>
        <a:lstStyle/>
        <a:p>
          <a:r>
            <a:rPr lang="en-US" b="1"/>
            <a:t>Includes:</a:t>
          </a:r>
          <a:endParaRPr lang="en-US"/>
        </a:p>
      </dgm:t>
    </dgm:pt>
    <dgm:pt modelId="{7454569C-BC4A-4EB7-8963-E5D1DAEE8D58}" type="parTrans" cxnId="{EA4E0396-3C2A-4D40-ACE7-998FEF5176E1}">
      <dgm:prSet/>
      <dgm:spPr/>
      <dgm:t>
        <a:bodyPr/>
        <a:lstStyle/>
        <a:p>
          <a:endParaRPr lang="en-US"/>
        </a:p>
      </dgm:t>
    </dgm:pt>
    <dgm:pt modelId="{ED5020B8-65D1-4C8E-8609-896CE220A340}" type="sibTrans" cxnId="{EA4E0396-3C2A-4D40-ACE7-998FEF5176E1}">
      <dgm:prSet/>
      <dgm:spPr/>
      <dgm:t>
        <a:bodyPr/>
        <a:lstStyle/>
        <a:p>
          <a:endParaRPr lang="en-US"/>
        </a:p>
      </dgm:t>
    </dgm:pt>
    <dgm:pt modelId="{866CAEC8-89C1-4AC2-AA8C-3D52C3702348}">
      <dgm:prSet/>
      <dgm:spPr/>
      <dgm:t>
        <a:bodyPr/>
        <a:lstStyle/>
        <a:p>
          <a:r>
            <a:rPr lang="en-US" b="1"/>
            <a:t>Controllers:</a:t>
          </a:r>
          <a:r>
            <a:rPr lang="en-US"/>
            <a:t> Manage requests (Auth, Course, Resource, Blog, Forum, Event, Profile)</a:t>
          </a:r>
        </a:p>
      </dgm:t>
    </dgm:pt>
    <dgm:pt modelId="{77A62719-F4D5-431D-949F-0AEAA6908549}" type="parTrans" cxnId="{CF2344DC-FDBB-4A1E-B30E-837CA228C368}">
      <dgm:prSet/>
      <dgm:spPr/>
      <dgm:t>
        <a:bodyPr/>
        <a:lstStyle/>
        <a:p>
          <a:endParaRPr lang="en-US"/>
        </a:p>
      </dgm:t>
    </dgm:pt>
    <dgm:pt modelId="{6AC03F2E-2D47-4181-BE16-6ECEBFDEE889}" type="sibTrans" cxnId="{CF2344DC-FDBB-4A1E-B30E-837CA228C368}">
      <dgm:prSet/>
      <dgm:spPr/>
      <dgm:t>
        <a:bodyPr/>
        <a:lstStyle/>
        <a:p>
          <a:endParaRPr lang="en-US"/>
        </a:p>
      </dgm:t>
    </dgm:pt>
    <dgm:pt modelId="{1461111A-2566-4D67-907E-BF187A1FAED3}">
      <dgm:prSet/>
      <dgm:spPr/>
      <dgm:t>
        <a:bodyPr/>
        <a:lstStyle/>
        <a:p>
          <a:r>
            <a:rPr lang="en-US" b="1"/>
            <a:t>Views:</a:t>
          </a:r>
          <a:r>
            <a:rPr lang="en-US"/>
            <a:t> Razor pages with </a:t>
          </a:r>
          <a:r>
            <a:rPr lang="en-US" b="1"/>
            <a:t>Bootstrap</a:t>
          </a:r>
          <a:r>
            <a:rPr lang="en-US"/>
            <a:t> for a responsive UI</a:t>
          </a:r>
        </a:p>
      </dgm:t>
    </dgm:pt>
    <dgm:pt modelId="{CED5D72D-E512-4C33-B061-DC3C05E89499}" type="parTrans" cxnId="{F82F1404-F0B3-41BF-ABFE-6EB69088BE68}">
      <dgm:prSet/>
      <dgm:spPr/>
      <dgm:t>
        <a:bodyPr/>
        <a:lstStyle/>
        <a:p>
          <a:endParaRPr lang="en-US"/>
        </a:p>
      </dgm:t>
    </dgm:pt>
    <dgm:pt modelId="{2A348380-6E51-481E-842F-B03ABA826A50}" type="sibTrans" cxnId="{F82F1404-F0B3-41BF-ABFE-6EB69088BE68}">
      <dgm:prSet/>
      <dgm:spPr/>
      <dgm:t>
        <a:bodyPr/>
        <a:lstStyle/>
        <a:p>
          <a:endParaRPr lang="en-US"/>
        </a:p>
      </dgm:t>
    </dgm:pt>
    <dgm:pt modelId="{7F0A960F-C39D-4861-8567-85C35F4014C4}">
      <dgm:prSet/>
      <dgm:spPr/>
      <dgm:t>
        <a:bodyPr/>
        <a:lstStyle/>
        <a:p>
          <a:r>
            <a:rPr lang="en-US" b="1"/>
            <a:t>Models:</a:t>
          </a:r>
          <a:r>
            <a:rPr lang="en-US"/>
            <a:t> Contain </a:t>
          </a:r>
          <a:r>
            <a:rPr lang="en-US" b="1"/>
            <a:t>Entities</a:t>
          </a:r>
          <a:r>
            <a:rPr lang="en-US"/>
            <a:t>, </a:t>
          </a:r>
          <a:r>
            <a:rPr lang="en-US" b="1"/>
            <a:t>DTOs</a:t>
          </a:r>
          <a:r>
            <a:rPr lang="en-US"/>
            <a:t>, and </a:t>
          </a:r>
          <a:r>
            <a:rPr lang="en-US" b="1"/>
            <a:t>ViewModels</a:t>
          </a:r>
          <a:r>
            <a:rPr lang="en-US"/>
            <a:t> for data transfer</a:t>
          </a:r>
        </a:p>
      </dgm:t>
    </dgm:pt>
    <dgm:pt modelId="{CFCD61EC-CE5F-4582-A17B-904D1B7B2D1A}" type="parTrans" cxnId="{0E33D380-6D3C-486F-A079-A9B6F5A5495A}">
      <dgm:prSet/>
      <dgm:spPr/>
      <dgm:t>
        <a:bodyPr/>
        <a:lstStyle/>
        <a:p>
          <a:endParaRPr lang="en-US"/>
        </a:p>
      </dgm:t>
    </dgm:pt>
    <dgm:pt modelId="{DBF400F1-724A-431C-A080-BAA72182422D}" type="sibTrans" cxnId="{0E33D380-6D3C-486F-A079-A9B6F5A5495A}">
      <dgm:prSet/>
      <dgm:spPr/>
      <dgm:t>
        <a:bodyPr/>
        <a:lstStyle/>
        <a:p>
          <a:endParaRPr lang="en-US"/>
        </a:p>
      </dgm:t>
    </dgm:pt>
    <dgm:pt modelId="{203E96AB-BCD9-4F5E-9015-28E8D6DB380C}">
      <dgm:prSet/>
      <dgm:spPr/>
      <dgm:t>
        <a:bodyPr/>
        <a:lstStyle/>
        <a:p>
          <a:r>
            <a:rPr lang="en-US" b="1"/>
            <a:t>Purpose:</a:t>
          </a:r>
          <a:br>
            <a:rPr lang="en-US"/>
          </a:br>
          <a:r>
            <a:rPr lang="en-US"/>
            <a:t>Display dynamic content, manage forms, and route user actions through the MVC pipeline.</a:t>
          </a:r>
        </a:p>
      </dgm:t>
    </dgm:pt>
    <dgm:pt modelId="{2ADBAE72-AC2A-4F7E-B26E-4E6B9B1690EB}" type="parTrans" cxnId="{741D18D9-B84B-4740-9F09-F3A53745565F}">
      <dgm:prSet/>
      <dgm:spPr/>
      <dgm:t>
        <a:bodyPr/>
        <a:lstStyle/>
        <a:p>
          <a:endParaRPr lang="en-US"/>
        </a:p>
      </dgm:t>
    </dgm:pt>
    <dgm:pt modelId="{3B9252FD-2CEF-4BE0-9D08-4A4E8DD6F8F7}" type="sibTrans" cxnId="{741D18D9-B84B-4740-9F09-F3A53745565F}">
      <dgm:prSet/>
      <dgm:spPr/>
      <dgm:t>
        <a:bodyPr/>
        <a:lstStyle/>
        <a:p>
          <a:endParaRPr lang="en-US"/>
        </a:p>
      </dgm:t>
    </dgm:pt>
    <dgm:pt modelId="{3DAE0B1D-C58D-4684-83EC-B29BB8E67F85}" type="pres">
      <dgm:prSet presAssocID="{4BBABFFC-F9B1-40CE-B8D2-B7E15AE1FB3A}" presName="diagram" presStyleCnt="0">
        <dgm:presLayoutVars>
          <dgm:dir/>
          <dgm:resizeHandles val="exact"/>
        </dgm:presLayoutVars>
      </dgm:prSet>
      <dgm:spPr/>
    </dgm:pt>
    <dgm:pt modelId="{8FDF5325-1195-4115-A15C-9C2FBDEDF378}" type="pres">
      <dgm:prSet presAssocID="{23F76E9B-4576-480B-9C0D-4397BFD81B95}" presName="node" presStyleLbl="node1" presStyleIdx="0" presStyleCnt="7">
        <dgm:presLayoutVars>
          <dgm:bulletEnabled val="1"/>
        </dgm:presLayoutVars>
      </dgm:prSet>
      <dgm:spPr/>
    </dgm:pt>
    <dgm:pt modelId="{297B698B-3013-4FF3-8F91-9E31D960D9E6}" type="pres">
      <dgm:prSet presAssocID="{99FC2ECB-774F-4166-A157-E8C2935F1678}" presName="sibTrans" presStyleCnt="0"/>
      <dgm:spPr/>
    </dgm:pt>
    <dgm:pt modelId="{2756377A-4873-4991-856F-5F31A0D892ED}" type="pres">
      <dgm:prSet presAssocID="{5ACD7E81-6AB2-4098-A829-09FAF43E6750}" presName="node" presStyleLbl="node1" presStyleIdx="1" presStyleCnt="7">
        <dgm:presLayoutVars>
          <dgm:bulletEnabled val="1"/>
        </dgm:presLayoutVars>
      </dgm:prSet>
      <dgm:spPr/>
    </dgm:pt>
    <dgm:pt modelId="{1AFAD3F1-9503-4635-81CB-811CEADC1E79}" type="pres">
      <dgm:prSet presAssocID="{723C3CBF-0A8D-483B-AD71-C05DDEB5280F}" presName="sibTrans" presStyleCnt="0"/>
      <dgm:spPr/>
    </dgm:pt>
    <dgm:pt modelId="{86925309-DE1D-4A71-A195-901A5ACCDF3B}" type="pres">
      <dgm:prSet presAssocID="{E7DE454A-B933-4413-9561-5263D8683F19}" presName="node" presStyleLbl="node1" presStyleIdx="2" presStyleCnt="7">
        <dgm:presLayoutVars>
          <dgm:bulletEnabled val="1"/>
        </dgm:presLayoutVars>
      </dgm:prSet>
      <dgm:spPr/>
    </dgm:pt>
    <dgm:pt modelId="{7A1CB01D-840A-4A67-9B0D-2331BDE0CA41}" type="pres">
      <dgm:prSet presAssocID="{ED5020B8-65D1-4C8E-8609-896CE220A340}" presName="sibTrans" presStyleCnt="0"/>
      <dgm:spPr/>
    </dgm:pt>
    <dgm:pt modelId="{D9CC72EE-D20E-4FE6-A719-091B06D54DEE}" type="pres">
      <dgm:prSet presAssocID="{866CAEC8-89C1-4AC2-AA8C-3D52C3702348}" presName="node" presStyleLbl="node1" presStyleIdx="3" presStyleCnt="7">
        <dgm:presLayoutVars>
          <dgm:bulletEnabled val="1"/>
        </dgm:presLayoutVars>
      </dgm:prSet>
      <dgm:spPr/>
    </dgm:pt>
    <dgm:pt modelId="{AA7A6563-AC37-460A-B1A2-07662B4D649F}" type="pres">
      <dgm:prSet presAssocID="{6AC03F2E-2D47-4181-BE16-6ECEBFDEE889}" presName="sibTrans" presStyleCnt="0"/>
      <dgm:spPr/>
    </dgm:pt>
    <dgm:pt modelId="{AB6B6A2F-281C-4085-88A7-F1B945467011}" type="pres">
      <dgm:prSet presAssocID="{1461111A-2566-4D67-907E-BF187A1FAED3}" presName="node" presStyleLbl="node1" presStyleIdx="4" presStyleCnt="7">
        <dgm:presLayoutVars>
          <dgm:bulletEnabled val="1"/>
        </dgm:presLayoutVars>
      </dgm:prSet>
      <dgm:spPr/>
    </dgm:pt>
    <dgm:pt modelId="{1DEDEF9D-893E-4DAF-B1AE-A1478FC20508}" type="pres">
      <dgm:prSet presAssocID="{2A348380-6E51-481E-842F-B03ABA826A50}" presName="sibTrans" presStyleCnt="0"/>
      <dgm:spPr/>
    </dgm:pt>
    <dgm:pt modelId="{1C04523A-B038-4C0F-8C08-768D080CB356}" type="pres">
      <dgm:prSet presAssocID="{7F0A960F-C39D-4861-8567-85C35F4014C4}" presName="node" presStyleLbl="node1" presStyleIdx="5" presStyleCnt="7">
        <dgm:presLayoutVars>
          <dgm:bulletEnabled val="1"/>
        </dgm:presLayoutVars>
      </dgm:prSet>
      <dgm:spPr/>
    </dgm:pt>
    <dgm:pt modelId="{4728712C-FC88-4F1C-864E-7FAF6C21BE0B}" type="pres">
      <dgm:prSet presAssocID="{DBF400F1-724A-431C-A080-BAA72182422D}" presName="sibTrans" presStyleCnt="0"/>
      <dgm:spPr/>
    </dgm:pt>
    <dgm:pt modelId="{CEEE3283-D9B4-448D-A0F3-064598887D0C}" type="pres">
      <dgm:prSet presAssocID="{203E96AB-BCD9-4F5E-9015-28E8D6DB380C}" presName="node" presStyleLbl="node1" presStyleIdx="6" presStyleCnt="7">
        <dgm:presLayoutVars>
          <dgm:bulletEnabled val="1"/>
        </dgm:presLayoutVars>
      </dgm:prSet>
      <dgm:spPr/>
    </dgm:pt>
  </dgm:ptLst>
  <dgm:cxnLst>
    <dgm:cxn modelId="{F82F1404-F0B3-41BF-ABFE-6EB69088BE68}" srcId="{4BBABFFC-F9B1-40CE-B8D2-B7E15AE1FB3A}" destId="{1461111A-2566-4D67-907E-BF187A1FAED3}" srcOrd="4" destOrd="0" parTransId="{CED5D72D-E512-4C33-B061-DC3C05E89499}" sibTransId="{2A348380-6E51-481E-842F-B03ABA826A50}"/>
    <dgm:cxn modelId="{6291FB15-FFD4-4B46-A956-D2877B68B2C8}" type="presOf" srcId="{23F76E9B-4576-480B-9C0D-4397BFD81B95}" destId="{8FDF5325-1195-4115-A15C-9C2FBDEDF378}" srcOrd="0" destOrd="0" presId="urn:microsoft.com/office/officeart/2005/8/layout/default"/>
    <dgm:cxn modelId="{D390881B-DC9E-48CA-AE67-118BE0EFD616}" type="presOf" srcId="{4BBABFFC-F9B1-40CE-B8D2-B7E15AE1FB3A}" destId="{3DAE0B1D-C58D-4684-83EC-B29BB8E67F85}" srcOrd="0" destOrd="0" presId="urn:microsoft.com/office/officeart/2005/8/layout/default"/>
    <dgm:cxn modelId="{D036A65D-2514-45D2-8FEC-438CEFAD15D1}" type="presOf" srcId="{5ACD7E81-6AB2-4098-A829-09FAF43E6750}" destId="{2756377A-4873-4991-856F-5F31A0D892ED}" srcOrd="0" destOrd="0" presId="urn:microsoft.com/office/officeart/2005/8/layout/default"/>
    <dgm:cxn modelId="{DC7A3A6B-ECD2-431D-8226-D8549EAB135F}" type="presOf" srcId="{866CAEC8-89C1-4AC2-AA8C-3D52C3702348}" destId="{D9CC72EE-D20E-4FE6-A719-091B06D54DEE}" srcOrd="0" destOrd="0" presId="urn:microsoft.com/office/officeart/2005/8/layout/default"/>
    <dgm:cxn modelId="{F1EA7056-596F-4A28-A238-A80D0E084BB9}" srcId="{4BBABFFC-F9B1-40CE-B8D2-B7E15AE1FB3A}" destId="{23F76E9B-4576-480B-9C0D-4397BFD81B95}" srcOrd="0" destOrd="0" parTransId="{90D42970-CBFB-45EC-9630-397AD67B6C5A}" sibTransId="{99FC2ECB-774F-4166-A157-E8C2935F1678}"/>
    <dgm:cxn modelId="{0E33D380-6D3C-486F-A079-A9B6F5A5495A}" srcId="{4BBABFFC-F9B1-40CE-B8D2-B7E15AE1FB3A}" destId="{7F0A960F-C39D-4861-8567-85C35F4014C4}" srcOrd="5" destOrd="0" parTransId="{CFCD61EC-CE5F-4582-A17B-904D1B7B2D1A}" sibTransId="{DBF400F1-724A-431C-A080-BAA72182422D}"/>
    <dgm:cxn modelId="{EA4E0396-3C2A-4D40-ACE7-998FEF5176E1}" srcId="{4BBABFFC-F9B1-40CE-B8D2-B7E15AE1FB3A}" destId="{E7DE454A-B933-4413-9561-5263D8683F19}" srcOrd="2" destOrd="0" parTransId="{7454569C-BC4A-4EB7-8963-E5D1DAEE8D58}" sibTransId="{ED5020B8-65D1-4C8E-8609-896CE220A340}"/>
    <dgm:cxn modelId="{86DE1A9A-B902-41DB-8273-C0C0CD259BBA}" type="presOf" srcId="{1461111A-2566-4D67-907E-BF187A1FAED3}" destId="{AB6B6A2F-281C-4085-88A7-F1B945467011}" srcOrd="0" destOrd="0" presId="urn:microsoft.com/office/officeart/2005/8/layout/default"/>
    <dgm:cxn modelId="{04F39BB5-ACFA-48DC-846D-26EBEF5C2D27}" type="presOf" srcId="{E7DE454A-B933-4413-9561-5263D8683F19}" destId="{86925309-DE1D-4A71-A195-901A5ACCDF3B}" srcOrd="0" destOrd="0" presId="urn:microsoft.com/office/officeart/2005/8/layout/default"/>
    <dgm:cxn modelId="{55052BCF-E992-4521-A24F-D30B83AF6EE9}" srcId="{4BBABFFC-F9B1-40CE-B8D2-B7E15AE1FB3A}" destId="{5ACD7E81-6AB2-4098-A829-09FAF43E6750}" srcOrd="1" destOrd="0" parTransId="{C470583F-FEE4-4007-912B-97E6AD7218C1}" sibTransId="{723C3CBF-0A8D-483B-AD71-C05DDEB5280F}"/>
    <dgm:cxn modelId="{A2FF39D2-19B3-4F80-A0E1-DDE5BEAD0576}" type="presOf" srcId="{203E96AB-BCD9-4F5E-9015-28E8D6DB380C}" destId="{CEEE3283-D9B4-448D-A0F3-064598887D0C}" srcOrd="0" destOrd="0" presId="urn:microsoft.com/office/officeart/2005/8/layout/default"/>
    <dgm:cxn modelId="{741D18D9-B84B-4740-9F09-F3A53745565F}" srcId="{4BBABFFC-F9B1-40CE-B8D2-B7E15AE1FB3A}" destId="{203E96AB-BCD9-4F5E-9015-28E8D6DB380C}" srcOrd="6" destOrd="0" parTransId="{2ADBAE72-AC2A-4F7E-B26E-4E6B9B1690EB}" sibTransId="{3B9252FD-2CEF-4BE0-9D08-4A4E8DD6F8F7}"/>
    <dgm:cxn modelId="{CF2344DC-FDBB-4A1E-B30E-837CA228C368}" srcId="{4BBABFFC-F9B1-40CE-B8D2-B7E15AE1FB3A}" destId="{866CAEC8-89C1-4AC2-AA8C-3D52C3702348}" srcOrd="3" destOrd="0" parTransId="{77A62719-F4D5-431D-949F-0AEAA6908549}" sibTransId="{6AC03F2E-2D47-4181-BE16-6ECEBFDEE889}"/>
    <dgm:cxn modelId="{2167C3DD-38BD-4D88-9957-572A5204A7E3}" type="presOf" srcId="{7F0A960F-C39D-4861-8567-85C35F4014C4}" destId="{1C04523A-B038-4C0F-8C08-768D080CB356}" srcOrd="0" destOrd="0" presId="urn:microsoft.com/office/officeart/2005/8/layout/default"/>
    <dgm:cxn modelId="{044447DA-0968-4A58-A203-FC24D8650E94}" type="presParOf" srcId="{3DAE0B1D-C58D-4684-83EC-B29BB8E67F85}" destId="{8FDF5325-1195-4115-A15C-9C2FBDEDF378}" srcOrd="0" destOrd="0" presId="urn:microsoft.com/office/officeart/2005/8/layout/default"/>
    <dgm:cxn modelId="{C457B58B-F4DF-4B3F-B247-2B400604B3B1}" type="presParOf" srcId="{3DAE0B1D-C58D-4684-83EC-B29BB8E67F85}" destId="{297B698B-3013-4FF3-8F91-9E31D960D9E6}" srcOrd="1" destOrd="0" presId="urn:microsoft.com/office/officeart/2005/8/layout/default"/>
    <dgm:cxn modelId="{81D0566C-C2C4-4730-AB30-EFEFEBD38EF8}" type="presParOf" srcId="{3DAE0B1D-C58D-4684-83EC-B29BB8E67F85}" destId="{2756377A-4873-4991-856F-5F31A0D892ED}" srcOrd="2" destOrd="0" presId="urn:microsoft.com/office/officeart/2005/8/layout/default"/>
    <dgm:cxn modelId="{A8FE10B8-A4F8-42CE-90FA-EF26122C48B6}" type="presParOf" srcId="{3DAE0B1D-C58D-4684-83EC-B29BB8E67F85}" destId="{1AFAD3F1-9503-4635-81CB-811CEADC1E79}" srcOrd="3" destOrd="0" presId="urn:microsoft.com/office/officeart/2005/8/layout/default"/>
    <dgm:cxn modelId="{612309CB-35B9-4BD8-8093-604CC580FAA6}" type="presParOf" srcId="{3DAE0B1D-C58D-4684-83EC-B29BB8E67F85}" destId="{86925309-DE1D-4A71-A195-901A5ACCDF3B}" srcOrd="4" destOrd="0" presId="urn:microsoft.com/office/officeart/2005/8/layout/default"/>
    <dgm:cxn modelId="{B9764AD1-03A3-4E95-BCD3-55B6221963A3}" type="presParOf" srcId="{3DAE0B1D-C58D-4684-83EC-B29BB8E67F85}" destId="{7A1CB01D-840A-4A67-9B0D-2331BDE0CA41}" srcOrd="5" destOrd="0" presId="urn:microsoft.com/office/officeart/2005/8/layout/default"/>
    <dgm:cxn modelId="{337A3F57-198C-40C9-8D95-2D98C16B80F8}" type="presParOf" srcId="{3DAE0B1D-C58D-4684-83EC-B29BB8E67F85}" destId="{D9CC72EE-D20E-4FE6-A719-091B06D54DEE}" srcOrd="6" destOrd="0" presId="urn:microsoft.com/office/officeart/2005/8/layout/default"/>
    <dgm:cxn modelId="{B6681E21-DE6A-483F-A76A-DD10E190BBEA}" type="presParOf" srcId="{3DAE0B1D-C58D-4684-83EC-B29BB8E67F85}" destId="{AA7A6563-AC37-460A-B1A2-07662B4D649F}" srcOrd="7" destOrd="0" presId="urn:microsoft.com/office/officeart/2005/8/layout/default"/>
    <dgm:cxn modelId="{3E9C41BF-3FBA-4877-8DAB-5576C7F651AC}" type="presParOf" srcId="{3DAE0B1D-C58D-4684-83EC-B29BB8E67F85}" destId="{AB6B6A2F-281C-4085-88A7-F1B945467011}" srcOrd="8" destOrd="0" presId="urn:microsoft.com/office/officeart/2005/8/layout/default"/>
    <dgm:cxn modelId="{87A73CFE-AA90-481C-950B-1CF9F3F349D9}" type="presParOf" srcId="{3DAE0B1D-C58D-4684-83EC-B29BB8E67F85}" destId="{1DEDEF9D-893E-4DAF-B1AE-A1478FC20508}" srcOrd="9" destOrd="0" presId="urn:microsoft.com/office/officeart/2005/8/layout/default"/>
    <dgm:cxn modelId="{76D2768D-9E2B-476B-9B4A-57F2C31B031E}" type="presParOf" srcId="{3DAE0B1D-C58D-4684-83EC-B29BB8E67F85}" destId="{1C04523A-B038-4C0F-8C08-768D080CB356}" srcOrd="10" destOrd="0" presId="urn:microsoft.com/office/officeart/2005/8/layout/default"/>
    <dgm:cxn modelId="{1DC1F663-D170-4613-8983-D27627DB1EF6}" type="presParOf" srcId="{3DAE0B1D-C58D-4684-83EC-B29BB8E67F85}" destId="{4728712C-FC88-4F1C-864E-7FAF6C21BE0B}" srcOrd="11" destOrd="0" presId="urn:microsoft.com/office/officeart/2005/8/layout/default"/>
    <dgm:cxn modelId="{FE1AFF65-5200-4B66-9F0D-90F3C2500E31}" type="presParOf" srcId="{3DAE0B1D-C58D-4684-83EC-B29BB8E67F85}" destId="{CEEE3283-D9B4-448D-A0F3-064598887D0C}"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C606D24-0873-49F8-969D-9D0AFBA6967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E46E980-8021-4AF2-9C75-6DF2A71C1D7F}">
      <dgm:prSet/>
      <dgm:spPr/>
      <dgm:t>
        <a:bodyPr/>
        <a:lstStyle/>
        <a:p>
          <a:pPr>
            <a:lnSpc>
              <a:spcPct val="100000"/>
            </a:lnSpc>
          </a:pPr>
          <a:r>
            <a:rPr lang="en-GB" b="1"/>
            <a:t>Contains business logic and external integrations.</a:t>
          </a:r>
          <a:endParaRPr lang="en-US"/>
        </a:p>
      </dgm:t>
    </dgm:pt>
    <dgm:pt modelId="{C9EBD73E-3108-47ED-A637-F572BDD3A969}" type="parTrans" cxnId="{AF369E21-5582-4AD9-8C2B-97842578A143}">
      <dgm:prSet/>
      <dgm:spPr/>
      <dgm:t>
        <a:bodyPr/>
        <a:lstStyle/>
        <a:p>
          <a:endParaRPr lang="en-US"/>
        </a:p>
      </dgm:t>
    </dgm:pt>
    <dgm:pt modelId="{67BD2A2F-2F65-4D87-A51E-8BFD77458322}" type="sibTrans" cxnId="{AF369E21-5582-4AD9-8C2B-97842578A143}">
      <dgm:prSet/>
      <dgm:spPr/>
      <dgm:t>
        <a:bodyPr/>
        <a:lstStyle/>
        <a:p>
          <a:pPr>
            <a:lnSpc>
              <a:spcPct val="100000"/>
            </a:lnSpc>
          </a:pPr>
          <a:endParaRPr lang="en-US"/>
        </a:p>
      </dgm:t>
    </dgm:pt>
    <dgm:pt modelId="{47FBF37D-4AC1-4AF6-97CA-A7427B11DA80}">
      <dgm:prSet/>
      <dgm:spPr/>
      <dgm:t>
        <a:bodyPr/>
        <a:lstStyle/>
        <a:p>
          <a:pPr>
            <a:lnSpc>
              <a:spcPct val="100000"/>
            </a:lnSpc>
          </a:pPr>
          <a:r>
            <a:rPr lang="en-GB" b="1"/>
            <a:t>Includes:</a:t>
          </a:r>
          <a:endParaRPr lang="en-US"/>
        </a:p>
      </dgm:t>
    </dgm:pt>
    <dgm:pt modelId="{3EA431C4-E27D-4E77-B21E-CB056033E9BD}" type="parTrans" cxnId="{08B1B947-C7FE-4D8E-AFC9-470F314E469C}">
      <dgm:prSet/>
      <dgm:spPr/>
      <dgm:t>
        <a:bodyPr/>
        <a:lstStyle/>
        <a:p>
          <a:endParaRPr lang="en-US"/>
        </a:p>
      </dgm:t>
    </dgm:pt>
    <dgm:pt modelId="{50F22C73-1338-46D8-9F76-9F45E9BA2564}" type="sibTrans" cxnId="{08B1B947-C7FE-4D8E-AFC9-470F314E469C}">
      <dgm:prSet/>
      <dgm:spPr/>
      <dgm:t>
        <a:bodyPr/>
        <a:lstStyle/>
        <a:p>
          <a:pPr>
            <a:lnSpc>
              <a:spcPct val="100000"/>
            </a:lnSpc>
          </a:pPr>
          <a:endParaRPr lang="en-US"/>
        </a:p>
      </dgm:t>
    </dgm:pt>
    <dgm:pt modelId="{80F275B5-8CF0-42D0-9953-BA1989EF711A}">
      <dgm:prSet/>
      <dgm:spPr/>
      <dgm:t>
        <a:bodyPr/>
        <a:lstStyle/>
        <a:p>
          <a:pPr>
            <a:lnSpc>
              <a:spcPct val="100000"/>
            </a:lnSpc>
          </a:pPr>
          <a:r>
            <a:rPr lang="en-GB"/>
            <a:t>ApiService: Handles REST API calls (GET, POST, PUT, DELETE)</a:t>
          </a:r>
          <a:endParaRPr lang="en-US"/>
        </a:p>
      </dgm:t>
    </dgm:pt>
    <dgm:pt modelId="{23666CAC-E070-4942-84B2-77494051DE0D}" type="parTrans" cxnId="{02A452E3-725A-4AA8-8C96-CC67A0040D93}">
      <dgm:prSet/>
      <dgm:spPr/>
      <dgm:t>
        <a:bodyPr/>
        <a:lstStyle/>
        <a:p>
          <a:endParaRPr lang="en-US"/>
        </a:p>
      </dgm:t>
    </dgm:pt>
    <dgm:pt modelId="{9126A746-DFD6-4BC2-8CBC-401CE60309DB}" type="sibTrans" cxnId="{02A452E3-725A-4AA8-8C96-CC67A0040D93}">
      <dgm:prSet/>
      <dgm:spPr/>
      <dgm:t>
        <a:bodyPr/>
        <a:lstStyle/>
        <a:p>
          <a:pPr>
            <a:lnSpc>
              <a:spcPct val="100000"/>
            </a:lnSpc>
          </a:pPr>
          <a:endParaRPr lang="en-US"/>
        </a:p>
      </dgm:t>
    </dgm:pt>
    <dgm:pt modelId="{9CCCCD96-9358-4336-9BAA-E9BA1A32277C}">
      <dgm:prSet/>
      <dgm:spPr/>
      <dgm:t>
        <a:bodyPr/>
        <a:lstStyle/>
        <a:p>
          <a:pPr>
            <a:lnSpc>
              <a:spcPct val="100000"/>
            </a:lnSpc>
          </a:pPr>
          <a:r>
            <a:rPr lang="en-GB"/>
            <a:t>BlobService: Manages file uploads/downloads to Azure Blob Storage</a:t>
          </a:r>
          <a:endParaRPr lang="en-US"/>
        </a:p>
      </dgm:t>
    </dgm:pt>
    <dgm:pt modelId="{75038BF9-78B1-4117-A059-7CD851062042}" type="parTrans" cxnId="{9117D0F1-9FC0-4C09-9679-FD51A1B0A37F}">
      <dgm:prSet/>
      <dgm:spPr/>
      <dgm:t>
        <a:bodyPr/>
        <a:lstStyle/>
        <a:p>
          <a:endParaRPr lang="en-US"/>
        </a:p>
      </dgm:t>
    </dgm:pt>
    <dgm:pt modelId="{B99F6A22-DA92-4B9D-9806-37CE07E7CF20}" type="sibTrans" cxnId="{9117D0F1-9FC0-4C09-9679-FD51A1B0A37F}">
      <dgm:prSet/>
      <dgm:spPr/>
      <dgm:t>
        <a:bodyPr/>
        <a:lstStyle/>
        <a:p>
          <a:pPr>
            <a:lnSpc>
              <a:spcPct val="100000"/>
            </a:lnSpc>
          </a:pPr>
          <a:endParaRPr lang="en-US"/>
        </a:p>
      </dgm:t>
    </dgm:pt>
    <dgm:pt modelId="{E26CC735-F0B2-41BE-A3F2-7A0B47A58160}">
      <dgm:prSet/>
      <dgm:spPr/>
      <dgm:t>
        <a:bodyPr/>
        <a:lstStyle/>
        <a:p>
          <a:pPr>
            <a:lnSpc>
              <a:spcPct val="100000"/>
            </a:lnSpc>
          </a:pPr>
          <a:r>
            <a:rPr lang="en-GB"/>
            <a:t>Session Management: Controls authentication, user roles, and session state</a:t>
          </a:r>
          <a:endParaRPr lang="en-US"/>
        </a:p>
      </dgm:t>
    </dgm:pt>
    <dgm:pt modelId="{B8875D53-9FE0-490C-9224-1C433CD20C33}" type="parTrans" cxnId="{2F056E25-DCE0-4355-BCB5-B404DA8A2455}">
      <dgm:prSet/>
      <dgm:spPr/>
      <dgm:t>
        <a:bodyPr/>
        <a:lstStyle/>
        <a:p>
          <a:endParaRPr lang="en-US"/>
        </a:p>
      </dgm:t>
    </dgm:pt>
    <dgm:pt modelId="{08432FF0-672D-4DBF-B5DA-C55A3F32BB80}" type="sibTrans" cxnId="{2F056E25-DCE0-4355-BCB5-B404DA8A2455}">
      <dgm:prSet/>
      <dgm:spPr/>
      <dgm:t>
        <a:bodyPr/>
        <a:lstStyle/>
        <a:p>
          <a:pPr>
            <a:lnSpc>
              <a:spcPct val="100000"/>
            </a:lnSpc>
          </a:pPr>
          <a:endParaRPr lang="en-US"/>
        </a:p>
      </dgm:t>
    </dgm:pt>
    <dgm:pt modelId="{B06F39DC-4CC9-4645-9E69-B17E0B1FE887}">
      <dgm:prSet/>
      <dgm:spPr/>
      <dgm:t>
        <a:bodyPr/>
        <a:lstStyle/>
        <a:p>
          <a:pPr>
            <a:lnSpc>
              <a:spcPct val="100000"/>
            </a:lnSpc>
          </a:pPr>
          <a:r>
            <a:rPr lang="en-GB"/>
            <a:t>Purpose:</a:t>
          </a:r>
          <a:br>
            <a:rPr lang="en-GB"/>
          </a:br>
          <a:r>
            <a:rPr lang="en-GB"/>
            <a:t>Acts as a bridge between the UI and the data, ensuring all operations follow consistent business rules.</a:t>
          </a:r>
          <a:endParaRPr lang="en-US"/>
        </a:p>
      </dgm:t>
    </dgm:pt>
    <dgm:pt modelId="{6DCF2245-1826-458F-8070-3E868AA54E51}" type="parTrans" cxnId="{707C896D-D511-4C24-AC55-0F5A2EF76691}">
      <dgm:prSet/>
      <dgm:spPr/>
      <dgm:t>
        <a:bodyPr/>
        <a:lstStyle/>
        <a:p>
          <a:endParaRPr lang="en-US"/>
        </a:p>
      </dgm:t>
    </dgm:pt>
    <dgm:pt modelId="{F1881796-0C4C-4563-B40B-938184A92D45}" type="sibTrans" cxnId="{707C896D-D511-4C24-AC55-0F5A2EF76691}">
      <dgm:prSet/>
      <dgm:spPr/>
      <dgm:t>
        <a:bodyPr/>
        <a:lstStyle/>
        <a:p>
          <a:endParaRPr lang="en-US"/>
        </a:p>
      </dgm:t>
    </dgm:pt>
    <dgm:pt modelId="{01510A85-F3DC-453C-8DC0-262C84A7E1AC}" type="pres">
      <dgm:prSet presAssocID="{AC606D24-0873-49F8-969D-9D0AFBA69675}" presName="root" presStyleCnt="0">
        <dgm:presLayoutVars>
          <dgm:dir/>
          <dgm:resizeHandles val="exact"/>
        </dgm:presLayoutVars>
      </dgm:prSet>
      <dgm:spPr/>
    </dgm:pt>
    <dgm:pt modelId="{C49F8C2A-9C58-4C73-8ABC-B7D87D4C1289}" type="pres">
      <dgm:prSet presAssocID="{AC606D24-0873-49F8-969D-9D0AFBA69675}" presName="container" presStyleCnt="0">
        <dgm:presLayoutVars>
          <dgm:dir/>
          <dgm:resizeHandles val="exact"/>
        </dgm:presLayoutVars>
      </dgm:prSet>
      <dgm:spPr/>
    </dgm:pt>
    <dgm:pt modelId="{F52C3526-B1C3-4339-A5D4-CAFC12A27D60}" type="pres">
      <dgm:prSet presAssocID="{3E46E980-8021-4AF2-9C75-6DF2A71C1D7F}" presName="compNode" presStyleCnt="0"/>
      <dgm:spPr/>
    </dgm:pt>
    <dgm:pt modelId="{CE5F55AC-FA26-40A2-AFF9-0C6AE7CCF6AA}" type="pres">
      <dgm:prSet presAssocID="{3E46E980-8021-4AF2-9C75-6DF2A71C1D7F}" presName="iconBgRect" presStyleLbl="bgShp" presStyleIdx="0" presStyleCnt="6"/>
      <dgm:spPr/>
    </dgm:pt>
    <dgm:pt modelId="{D88B0405-B7F0-4590-8DF0-0D22EAFDA105}" type="pres">
      <dgm:prSet presAssocID="{3E46E980-8021-4AF2-9C75-6DF2A71C1D7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05419892-6C30-43D7-9B16-75EC9C7801BA}" type="pres">
      <dgm:prSet presAssocID="{3E46E980-8021-4AF2-9C75-6DF2A71C1D7F}" presName="spaceRect" presStyleCnt="0"/>
      <dgm:spPr/>
    </dgm:pt>
    <dgm:pt modelId="{39B3E259-B823-4D60-9287-9DC1FD21AC64}" type="pres">
      <dgm:prSet presAssocID="{3E46E980-8021-4AF2-9C75-6DF2A71C1D7F}" presName="textRect" presStyleLbl="revTx" presStyleIdx="0" presStyleCnt="6">
        <dgm:presLayoutVars>
          <dgm:chMax val="1"/>
          <dgm:chPref val="1"/>
        </dgm:presLayoutVars>
      </dgm:prSet>
      <dgm:spPr/>
    </dgm:pt>
    <dgm:pt modelId="{84ECEBB3-FDE7-48E0-846B-B16A780FFD61}" type="pres">
      <dgm:prSet presAssocID="{67BD2A2F-2F65-4D87-A51E-8BFD77458322}" presName="sibTrans" presStyleLbl="sibTrans2D1" presStyleIdx="0" presStyleCnt="0"/>
      <dgm:spPr/>
    </dgm:pt>
    <dgm:pt modelId="{2F3F468B-0661-4B85-96E1-E6953401DC8E}" type="pres">
      <dgm:prSet presAssocID="{47FBF37D-4AC1-4AF6-97CA-A7427B11DA80}" presName="compNode" presStyleCnt="0"/>
      <dgm:spPr/>
    </dgm:pt>
    <dgm:pt modelId="{1F604599-6729-481A-B9BF-6E29B29CC9E6}" type="pres">
      <dgm:prSet presAssocID="{47FBF37D-4AC1-4AF6-97CA-A7427B11DA80}" presName="iconBgRect" presStyleLbl="bgShp" presStyleIdx="1" presStyleCnt="6"/>
      <dgm:spPr/>
    </dgm:pt>
    <dgm:pt modelId="{51F4320A-F9E1-4686-BD45-A5EBAB8BB1EF}" type="pres">
      <dgm:prSet presAssocID="{47FBF37D-4AC1-4AF6-97CA-A7427B11DA8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0E8A3C46-70E3-423B-9C39-F450AF9252B0}" type="pres">
      <dgm:prSet presAssocID="{47FBF37D-4AC1-4AF6-97CA-A7427B11DA80}" presName="spaceRect" presStyleCnt="0"/>
      <dgm:spPr/>
    </dgm:pt>
    <dgm:pt modelId="{7C148BC9-D7F0-4A7D-B5FD-AE269D9EB46E}" type="pres">
      <dgm:prSet presAssocID="{47FBF37D-4AC1-4AF6-97CA-A7427B11DA80}" presName="textRect" presStyleLbl="revTx" presStyleIdx="1" presStyleCnt="6">
        <dgm:presLayoutVars>
          <dgm:chMax val="1"/>
          <dgm:chPref val="1"/>
        </dgm:presLayoutVars>
      </dgm:prSet>
      <dgm:spPr/>
    </dgm:pt>
    <dgm:pt modelId="{372DA4F6-7F19-4ACC-A4E8-6FEF73E86B6B}" type="pres">
      <dgm:prSet presAssocID="{50F22C73-1338-46D8-9F76-9F45E9BA2564}" presName="sibTrans" presStyleLbl="sibTrans2D1" presStyleIdx="0" presStyleCnt="0"/>
      <dgm:spPr/>
    </dgm:pt>
    <dgm:pt modelId="{6B4C06FD-4F4E-4EF6-BC16-08D874C257A7}" type="pres">
      <dgm:prSet presAssocID="{80F275B5-8CF0-42D0-9953-BA1989EF711A}" presName="compNode" presStyleCnt="0"/>
      <dgm:spPr/>
    </dgm:pt>
    <dgm:pt modelId="{A71BB384-A4AA-4BE1-AC58-8B555BDD78E5}" type="pres">
      <dgm:prSet presAssocID="{80F275B5-8CF0-42D0-9953-BA1989EF711A}" presName="iconBgRect" presStyleLbl="bgShp" presStyleIdx="2" presStyleCnt="6"/>
      <dgm:spPr/>
    </dgm:pt>
    <dgm:pt modelId="{7EF8D8A4-249B-4C2E-803D-6522C742317A}" type="pres">
      <dgm:prSet presAssocID="{80F275B5-8CF0-42D0-9953-BA1989EF711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AE5F32A4-104C-4CB4-A4CE-ED1B49EADB1A}" type="pres">
      <dgm:prSet presAssocID="{80F275B5-8CF0-42D0-9953-BA1989EF711A}" presName="spaceRect" presStyleCnt="0"/>
      <dgm:spPr/>
    </dgm:pt>
    <dgm:pt modelId="{309B385C-0229-4207-B4D8-EBB52BCDD2F4}" type="pres">
      <dgm:prSet presAssocID="{80F275B5-8CF0-42D0-9953-BA1989EF711A}" presName="textRect" presStyleLbl="revTx" presStyleIdx="2" presStyleCnt="6">
        <dgm:presLayoutVars>
          <dgm:chMax val="1"/>
          <dgm:chPref val="1"/>
        </dgm:presLayoutVars>
      </dgm:prSet>
      <dgm:spPr/>
    </dgm:pt>
    <dgm:pt modelId="{14C16B2F-D275-49D5-8270-794F6BC3C013}" type="pres">
      <dgm:prSet presAssocID="{9126A746-DFD6-4BC2-8CBC-401CE60309DB}" presName="sibTrans" presStyleLbl="sibTrans2D1" presStyleIdx="0" presStyleCnt="0"/>
      <dgm:spPr/>
    </dgm:pt>
    <dgm:pt modelId="{7EAE1D20-B822-4A81-82CB-31545F155771}" type="pres">
      <dgm:prSet presAssocID="{9CCCCD96-9358-4336-9BAA-E9BA1A32277C}" presName="compNode" presStyleCnt="0"/>
      <dgm:spPr/>
    </dgm:pt>
    <dgm:pt modelId="{0122AD92-D645-4311-91F3-3BBCDFB04F2A}" type="pres">
      <dgm:prSet presAssocID="{9CCCCD96-9358-4336-9BAA-E9BA1A32277C}" presName="iconBgRect" presStyleLbl="bgShp" presStyleIdx="3" presStyleCnt="6"/>
      <dgm:spPr/>
    </dgm:pt>
    <dgm:pt modelId="{860E898F-B62B-4C17-A9E0-5C9D6D1FEA55}" type="pres">
      <dgm:prSet presAssocID="{9CCCCD96-9358-4336-9BAA-E9BA1A32277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yncing Cloud"/>
        </a:ext>
      </dgm:extLst>
    </dgm:pt>
    <dgm:pt modelId="{4E3A555A-7CCD-4012-B19F-7562A0BA56A4}" type="pres">
      <dgm:prSet presAssocID="{9CCCCD96-9358-4336-9BAA-E9BA1A32277C}" presName="spaceRect" presStyleCnt="0"/>
      <dgm:spPr/>
    </dgm:pt>
    <dgm:pt modelId="{443C02E4-842D-4197-BF3E-D9182405BB11}" type="pres">
      <dgm:prSet presAssocID="{9CCCCD96-9358-4336-9BAA-E9BA1A32277C}" presName="textRect" presStyleLbl="revTx" presStyleIdx="3" presStyleCnt="6">
        <dgm:presLayoutVars>
          <dgm:chMax val="1"/>
          <dgm:chPref val="1"/>
        </dgm:presLayoutVars>
      </dgm:prSet>
      <dgm:spPr/>
    </dgm:pt>
    <dgm:pt modelId="{19F0DA82-F91E-4D04-A29E-2C903FF6D328}" type="pres">
      <dgm:prSet presAssocID="{B99F6A22-DA92-4B9D-9806-37CE07E7CF20}" presName="sibTrans" presStyleLbl="sibTrans2D1" presStyleIdx="0" presStyleCnt="0"/>
      <dgm:spPr/>
    </dgm:pt>
    <dgm:pt modelId="{474068E0-67D7-4C10-AF14-D167D895C606}" type="pres">
      <dgm:prSet presAssocID="{E26CC735-F0B2-41BE-A3F2-7A0B47A58160}" presName="compNode" presStyleCnt="0"/>
      <dgm:spPr/>
    </dgm:pt>
    <dgm:pt modelId="{B385885F-37F0-44C8-AE14-F0F5E21D1073}" type="pres">
      <dgm:prSet presAssocID="{E26CC735-F0B2-41BE-A3F2-7A0B47A58160}" presName="iconBgRect" presStyleLbl="bgShp" presStyleIdx="4" presStyleCnt="6"/>
      <dgm:spPr/>
    </dgm:pt>
    <dgm:pt modelId="{1D1DDD2D-9FB1-4A0F-800A-780B239CD0C1}" type="pres">
      <dgm:prSet presAssocID="{E26CC735-F0B2-41BE-A3F2-7A0B47A5816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Employee Badge"/>
        </a:ext>
      </dgm:extLst>
    </dgm:pt>
    <dgm:pt modelId="{3267C714-A823-43F7-9491-D854A6181A0F}" type="pres">
      <dgm:prSet presAssocID="{E26CC735-F0B2-41BE-A3F2-7A0B47A58160}" presName="spaceRect" presStyleCnt="0"/>
      <dgm:spPr/>
    </dgm:pt>
    <dgm:pt modelId="{4F853572-1D8C-41FA-93C2-9E85980A1395}" type="pres">
      <dgm:prSet presAssocID="{E26CC735-F0B2-41BE-A3F2-7A0B47A58160}" presName="textRect" presStyleLbl="revTx" presStyleIdx="4" presStyleCnt="6">
        <dgm:presLayoutVars>
          <dgm:chMax val="1"/>
          <dgm:chPref val="1"/>
        </dgm:presLayoutVars>
      </dgm:prSet>
      <dgm:spPr/>
    </dgm:pt>
    <dgm:pt modelId="{209FFA43-6459-49B9-9724-749FE9A67964}" type="pres">
      <dgm:prSet presAssocID="{08432FF0-672D-4DBF-B5DA-C55A3F32BB80}" presName="sibTrans" presStyleLbl="sibTrans2D1" presStyleIdx="0" presStyleCnt="0"/>
      <dgm:spPr/>
    </dgm:pt>
    <dgm:pt modelId="{B45D666D-E3B1-4861-9366-C10C2508D07F}" type="pres">
      <dgm:prSet presAssocID="{B06F39DC-4CC9-4645-9E69-B17E0B1FE887}" presName="compNode" presStyleCnt="0"/>
      <dgm:spPr/>
    </dgm:pt>
    <dgm:pt modelId="{F93060F2-1BEE-4B97-9333-C0423A251064}" type="pres">
      <dgm:prSet presAssocID="{B06F39DC-4CC9-4645-9E69-B17E0B1FE887}" presName="iconBgRect" presStyleLbl="bgShp" presStyleIdx="5" presStyleCnt="6"/>
      <dgm:spPr/>
    </dgm:pt>
    <dgm:pt modelId="{2C9A1B84-8939-44E0-B003-1B2D1DC71317}" type="pres">
      <dgm:prSet presAssocID="{B06F39DC-4CC9-4645-9E69-B17E0B1FE88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Flowchart"/>
        </a:ext>
      </dgm:extLst>
    </dgm:pt>
    <dgm:pt modelId="{B7FED74C-B50B-4D6E-98F9-D56ED27D759A}" type="pres">
      <dgm:prSet presAssocID="{B06F39DC-4CC9-4645-9E69-B17E0B1FE887}" presName="spaceRect" presStyleCnt="0"/>
      <dgm:spPr/>
    </dgm:pt>
    <dgm:pt modelId="{67F4F9A8-4559-4181-B8F2-6677EE69335E}" type="pres">
      <dgm:prSet presAssocID="{B06F39DC-4CC9-4645-9E69-B17E0B1FE887}" presName="textRect" presStyleLbl="revTx" presStyleIdx="5" presStyleCnt="6">
        <dgm:presLayoutVars>
          <dgm:chMax val="1"/>
          <dgm:chPref val="1"/>
        </dgm:presLayoutVars>
      </dgm:prSet>
      <dgm:spPr/>
    </dgm:pt>
  </dgm:ptLst>
  <dgm:cxnLst>
    <dgm:cxn modelId="{D6C4CB03-12DF-4185-8C18-3ACA84027127}" type="presOf" srcId="{9CCCCD96-9358-4336-9BAA-E9BA1A32277C}" destId="{443C02E4-842D-4197-BF3E-D9182405BB11}" srcOrd="0" destOrd="0" presId="urn:microsoft.com/office/officeart/2018/2/layout/IconCircleList"/>
    <dgm:cxn modelId="{197EE011-B327-434C-AA7F-1D6DAB6AB542}" type="presOf" srcId="{47FBF37D-4AC1-4AF6-97CA-A7427B11DA80}" destId="{7C148BC9-D7F0-4A7D-B5FD-AE269D9EB46E}" srcOrd="0" destOrd="0" presId="urn:microsoft.com/office/officeart/2018/2/layout/IconCircleList"/>
    <dgm:cxn modelId="{62D0F11E-F546-440C-A935-B9C8E028B778}" type="presOf" srcId="{9126A746-DFD6-4BC2-8CBC-401CE60309DB}" destId="{14C16B2F-D275-49D5-8270-794F6BC3C013}" srcOrd="0" destOrd="0" presId="urn:microsoft.com/office/officeart/2018/2/layout/IconCircleList"/>
    <dgm:cxn modelId="{AF369E21-5582-4AD9-8C2B-97842578A143}" srcId="{AC606D24-0873-49F8-969D-9D0AFBA69675}" destId="{3E46E980-8021-4AF2-9C75-6DF2A71C1D7F}" srcOrd="0" destOrd="0" parTransId="{C9EBD73E-3108-47ED-A637-F572BDD3A969}" sibTransId="{67BD2A2F-2F65-4D87-A51E-8BFD77458322}"/>
    <dgm:cxn modelId="{2F056E25-DCE0-4355-BCB5-B404DA8A2455}" srcId="{AC606D24-0873-49F8-969D-9D0AFBA69675}" destId="{E26CC735-F0B2-41BE-A3F2-7A0B47A58160}" srcOrd="4" destOrd="0" parTransId="{B8875D53-9FE0-490C-9224-1C433CD20C33}" sibTransId="{08432FF0-672D-4DBF-B5DA-C55A3F32BB80}"/>
    <dgm:cxn modelId="{164DE934-11E4-41F3-BEF4-AEEB08230D2C}" type="presOf" srcId="{08432FF0-672D-4DBF-B5DA-C55A3F32BB80}" destId="{209FFA43-6459-49B9-9724-749FE9A67964}" srcOrd="0" destOrd="0" presId="urn:microsoft.com/office/officeart/2018/2/layout/IconCircleList"/>
    <dgm:cxn modelId="{08B1B947-C7FE-4D8E-AFC9-470F314E469C}" srcId="{AC606D24-0873-49F8-969D-9D0AFBA69675}" destId="{47FBF37D-4AC1-4AF6-97CA-A7427B11DA80}" srcOrd="1" destOrd="0" parTransId="{3EA431C4-E27D-4E77-B21E-CB056033E9BD}" sibTransId="{50F22C73-1338-46D8-9F76-9F45E9BA2564}"/>
    <dgm:cxn modelId="{707C896D-D511-4C24-AC55-0F5A2EF76691}" srcId="{AC606D24-0873-49F8-969D-9D0AFBA69675}" destId="{B06F39DC-4CC9-4645-9E69-B17E0B1FE887}" srcOrd="5" destOrd="0" parTransId="{6DCF2245-1826-458F-8070-3E868AA54E51}" sibTransId="{F1881796-0C4C-4563-B40B-938184A92D45}"/>
    <dgm:cxn modelId="{6FC9CB92-198D-4F17-B4D3-125EE87E8BCB}" type="presOf" srcId="{AC606D24-0873-49F8-969D-9D0AFBA69675}" destId="{01510A85-F3DC-453C-8DC0-262C84A7E1AC}" srcOrd="0" destOrd="0" presId="urn:microsoft.com/office/officeart/2018/2/layout/IconCircleList"/>
    <dgm:cxn modelId="{3E132CA4-6A45-455F-AC4B-88E53F91288A}" type="presOf" srcId="{B99F6A22-DA92-4B9D-9806-37CE07E7CF20}" destId="{19F0DA82-F91E-4D04-A29E-2C903FF6D328}" srcOrd="0" destOrd="0" presId="urn:microsoft.com/office/officeart/2018/2/layout/IconCircleList"/>
    <dgm:cxn modelId="{C11B68BC-E74F-4AC9-88D3-B97492B45FFB}" type="presOf" srcId="{80F275B5-8CF0-42D0-9953-BA1989EF711A}" destId="{309B385C-0229-4207-B4D8-EBB52BCDD2F4}" srcOrd="0" destOrd="0" presId="urn:microsoft.com/office/officeart/2018/2/layout/IconCircleList"/>
    <dgm:cxn modelId="{F7B3E5C9-C8D6-4484-AA0E-93692B332478}" type="presOf" srcId="{E26CC735-F0B2-41BE-A3F2-7A0B47A58160}" destId="{4F853572-1D8C-41FA-93C2-9E85980A1395}" srcOrd="0" destOrd="0" presId="urn:microsoft.com/office/officeart/2018/2/layout/IconCircleList"/>
    <dgm:cxn modelId="{026080DE-E36B-4DF8-A908-F2B308258DE3}" type="presOf" srcId="{B06F39DC-4CC9-4645-9E69-B17E0B1FE887}" destId="{67F4F9A8-4559-4181-B8F2-6677EE69335E}" srcOrd="0" destOrd="0" presId="urn:microsoft.com/office/officeart/2018/2/layout/IconCircleList"/>
    <dgm:cxn modelId="{02A452E3-725A-4AA8-8C96-CC67A0040D93}" srcId="{AC606D24-0873-49F8-969D-9D0AFBA69675}" destId="{80F275B5-8CF0-42D0-9953-BA1989EF711A}" srcOrd="2" destOrd="0" parTransId="{23666CAC-E070-4942-84B2-77494051DE0D}" sibTransId="{9126A746-DFD6-4BC2-8CBC-401CE60309DB}"/>
    <dgm:cxn modelId="{9EFD20E6-DF24-4F5A-A008-84562E881678}" type="presOf" srcId="{3E46E980-8021-4AF2-9C75-6DF2A71C1D7F}" destId="{39B3E259-B823-4D60-9287-9DC1FD21AC64}" srcOrd="0" destOrd="0" presId="urn:microsoft.com/office/officeart/2018/2/layout/IconCircleList"/>
    <dgm:cxn modelId="{17683EEA-9D9D-4224-9434-7F441C77F818}" type="presOf" srcId="{67BD2A2F-2F65-4D87-A51E-8BFD77458322}" destId="{84ECEBB3-FDE7-48E0-846B-B16A780FFD61}" srcOrd="0" destOrd="0" presId="urn:microsoft.com/office/officeart/2018/2/layout/IconCircleList"/>
    <dgm:cxn modelId="{A05844EA-696F-41F9-8F1E-A445CEDC5154}" type="presOf" srcId="{50F22C73-1338-46D8-9F76-9F45E9BA2564}" destId="{372DA4F6-7F19-4ACC-A4E8-6FEF73E86B6B}" srcOrd="0" destOrd="0" presId="urn:microsoft.com/office/officeart/2018/2/layout/IconCircleList"/>
    <dgm:cxn modelId="{9117D0F1-9FC0-4C09-9679-FD51A1B0A37F}" srcId="{AC606D24-0873-49F8-969D-9D0AFBA69675}" destId="{9CCCCD96-9358-4336-9BAA-E9BA1A32277C}" srcOrd="3" destOrd="0" parTransId="{75038BF9-78B1-4117-A059-7CD851062042}" sibTransId="{B99F6A22-DA92-4B9D-9806-37CE07E7CF20}"/>
    <dgm:cxn modelId="{BBC1AAD0-28B2-43BE-AC19-DD96DDEB9788}" type="presParOf" srcId="{01510A85-F3DC-453C-8DC0-262C84A7E1AC}" destId="{C49F8C2A-9C58-4C73-8ABC-B7D87D4C1289}" srcOrd="0" destOrd="0" presId="urn:microsoft.com/office/officeart/2018/2/layout/IconCircleList"/>
    <dgm:cxn modelId="{DFDD7CF8-CAE3-490A-9841-C70800EE7A7F}" type="presParOf" srcId="{C49F8C2A-9C58-4C73-8ABC-B7D87D4C1289}" destId="{F52C3526-B1C3-4339-A5D4-CAFC12A27D60}" srcOrd="0" destOrd="0" presId="urn:microsoft.com/office/officeart/2018/2/layout/IconCircleList"/>
    <dgm:cxn modelId="{D91C484D-3E5F-48A0-A75A-0300E63D6B7E}" type="presParOf" srcId="{F52C3526-B1C3-4339-A5D4-CAFC12A27D60}" destId="{CE5F55AC-FA26-40A2-AFF9-0C6AE7CCF6AA}" srcOrd="0" destOrd="0" presId="urn:microsoft.com/office/officeart/2018/2/layout/IconCircleList"/>
    <dgm:cxn modelId="{8AE60919-3FBA-4C6C-8100-796FDB7D66EB}" type="presParOf" srcId="{F52C3526-B1C3-4339-A5D4-CAFC12A27D60}" destId="{D88B0405-B7F0-4590-8DF0-0D22EAFDA105}" srcOrd="1" destOrd="0" presId="urn:microsoft.com/office/officeart/2018/2/layout/IconCircleList"/>
    <dgm:cxn modelId="{DA6D482E-22E1-43A4-BB0A-04A3DA1BAA47}" type="presParOf" srcId="{F52C3526-B1C3-4339-A5D4-CAFC12A27D60}" destId="{05419892-6C30-43D7-9B16-75EC9C7801BA}" srcOrd="2" destOrd="0" presId="urn:microsoft.com/office/officeart/2018/2/layout/IconCircleList"/>
    <dgm:cxn modelId="{23D61195-B12B-454B-A09B-389ED432D30A}" type="presParOf" srcId="{F52C3526-B1C3-4339-A5D4-CAFC12A27D60}" destId="{39B3E259-B823-4D60-9287-9DC1FD21AC64}" srcOrd="3" destOrd="0" presId="urn:microsoft.com/office/officeart/2018/2/layout/IconCircleList"/>
    <dgm:cxn modelId="{84ABFD95-E5FD-4108-AC43-683E1AFBE7F4}" type="presParOf" srcId="{C49F8C2A-9C58-4C73-8ABC-B7D87D4C1289}" destId="{84ECEBB3-FDE7-48E0-846B-B16A780FFD61}" srcOrd="1" destOrd="0" presId="urn:microsoft.com/office/officeart/2018/2/layout/IconCircleList"/>
    <dgm:cxn modelId="{93EE9520-B9DF-43DE-9110-B8EF8855B9A4}" type="presParOf" srcId="{C49F8C2A-9C58-4C73-8ABC-B7D87D4C1289}" destId="{2F3F468B-0661-4B85-96E1-E6953401DC8E}" srcOrd="2" destOrd="0" presId="urn:microsoft.com/office/officeart/2018/2/layout/IconCircleList"/>
    <dgm:cxn modelId="{244C9134-E26F-46E8-A25B-4A7A3137B149}" type="presParOf" srcId="{2F3F468B-0661-4B85-96E1-E6953401DC8E}" destId="{1F604599-6729-481A-B9BF-6E29B29CC9E6}" srcOrd="0" destOrd="0" presId="urn:microsoft.com/office/officeart/2018/2/layout/IconCircleList"/>
    <dgm:cxn modelId="{C613AABB-F935-4AB3-ABCC-69FAAA857BBD}" type="presParOf" srcId="{2F3F468B-0661-4B85-96E1-E6953401DC8E}" destId="{51F4320A-F9E1-4686-BD45-A5EBAB8BB1EF}" srcOrd="1" destOrd="0" presId="urn:microsoft.com/office/officeart/2018/2/layout/IconCircleList"/>
    <dgm:cxn modelId="{260930D2-C021-4281-89AE-DB08A0CFE438}" type="presParOf" srcId="{2F3F468B-0661-4B85-96E1-E6953401DC8E}" destId="{0E8A3C46-70E3-423B-9C39-F450AF9252B0}" srcOrd="2" destOrd="0" presId="urn:microsoft.com/office/officeart/2018/2/layout/IconCircleList"/>
    <dgm:cxn modelId="{A1B31A4F-F2C0-4630-9F09-B495FBAFE688}" type="presParOf" srcId="{2F3F468B-0661-4B85-96E1-E6953401DC8E}" destId="{7C148BC9-D7F0-4A7D-B5FD-AE269D9EB46E}" srcOrd="3" destOrd="0" presId="urn:microsoft.com/office/officeart/2018/2/layout/IconCircleList"/>
    <dgm:cxn modelId="{DF59E105-6C60-4C68-A421-7D61FF7264BF}" type="presParOf" srcId="{C49F8C2A-9C58-4C73-8ABC-B7D87D4C1289}" destId="{372DA4F6-7F19-4ACC-A4E8-6FEF73E86B6B}" srcOrd="3" destOrd="0" presId="urn:microsoft.com/office/officeart/2018/2/layout/IconCircleList"/>
    <dgm:cxn modelId="{88BAE0D8-9E64-4743-9E34-FF4854EC6F77}" type="presParOf" srcId="{C49F8C2A-9C58-4C73-8ABC-B7D87D4C1289}" destId="{6B4C06FD-4F4E-4EF6-BC16-08D874C257A7}" srcOrd="4" destOrd="0" presId="urn:microsoft.com/office/officeart/2018/2/layout/IconCircleList"/>
    <dgm:cxn modelId="{BD2F3D00-E492-47F7-A067-9A23E0EBE5F3}" type="presParOf" srcId="{6B4C06FD-4F4E-4EF6-BC16-08D874C257A7}" destId="{A71BB384-A4AA-4BE1-AC58-8B555BDD78E5}" srcOrd="0" destOrd="0" presId="urn:microsoft.com/office/officeart/2018/2/layout/IconCircleList"/>
    <dgm:cxn modelId="{CA3B094E-2CF2-4152-8651-DEBA07FF0341}" type="presParOf" srcId="{6B4C06FD-4F4E-4EF6-BC16-08D874C257A7}" destId="{7EF8D8A4-249B-4C2E-803D-6522C742317A}" srcOrd="1" destOrd="0" presId="urn:microsoft.com/office/officeart/2018/2/layout/IconCircleList"/>
    <dgm:cxn modelId="{DEFD2424-925C-40DF-A1B4-46A78936FD97}" type="presParOf" srcId="{6B4C06FD-4F4E-4EF6-BC16-08D874C257A7}" destId="{AE5F32A4-104C-4CB4-A4CE-ED1B49EADB1A}" srcOrd="2" destOrd="0" presId="urn:microsoft.com/office/officeart/2018/2/layout/IconCircleList"/>
    <dgm:cxn modelId="{33C2CACA-441B-465C-BBBE-A803258FCE0F}" type="presParOf" srcId="{6B4C06FD-4F4E-4EF6-BC16-08D874C257A7}" destId="{309B385C-0229-4207-B4D8-EBB52BCDD2F4}" srcOrd="3" destOrd="0" presId="urn:microsoft.com/office/officeart/2018/2/layout/IconCircleList"/>
    <dgm:cxn modelId="{A208CC05-710A-4791-868B-0249CA18435D}" type="presParOf" srcId="{C49F8C2A-9C58-4C73-8ABC-B7D87D4C1289}" destId="{14C16B2F-D275-49D5-8270-794F6BC3C013}" srcOrd="5" destOrd="0" presId="urn:microsoft.com/office/officeart/2018/2/layout/IconCircleList"/>
    <dgm:cxn modelId="{E166F7A7-68EA-4AEB-BD39-6E9E0299191C}" type="presParOf" srcId="{C49F8C2A-9C58-4C73-8ABC-B7D87D4C1289}" destId="{7EAE1D20-B822-4A81-82CB-31545F155771}" srcOrd="6" destOrd="0" presId="urn:microsoft.com/office/officeart/2018/2/layout/IconCircleList"/>
    <dgm:cxn modelId="{4FDE5484-2ED0-4D8B-A494-9DE8927C74A3}" type="presParOf" srcId="{7EAE1D20-B822-4A81-82CB-31545F155771}" destId="{0122AD92-D645-4311-91F3-3BBCDFB04F2A}" srcOrd="0" destOrd="0" presId="urn:microsoft.com/office/officeart/2018/2/layout/IconCircleList"/>
    <dgm:cxn modelId="{BC229FED-582D-4156-9F82-14B024DE4E13}" type="presParOf" srcId="{7EAE1D20-B822-4A81-82CB-31545F155771}" destId="{860E898F-B62B-4C17-A9E0-5C9D6D1FEA55}" srcOrd="1" destOrd="0" presId="urn:microsoft.com/office/officeart/2018/2/layout/IconCircleList"/>
    <dgm:cxn modelId="{01657B86-6D77-47EA-A20B-D01C6AFBD4F7}" type="presParOf" srcId="{7EAE1D20-B822-4A81-82CB-31545F155771}" destId="{4E3A555A-7CCD-4012-B19F-7562A0BA56A4}" srcOrd="2" destOrd="0" presId="urn:microsoft.com/office/officeart/2018/2/layout/IconCircleList"/>
    <dgm:cxn modelId="{19863207-5822-4C26-92E5-756988172CB6}" type="presParOf" srcId="{7EAE1D20-B822-4A81-82CB-31545F155771}" destId="{443C02E4-842D-4197-BF3E-D9182405BB11}" srcOrd="3" destOrd="0" presId="urn:microsoft.com/office/officeart/2018/2/layout/IconCircleList"/>
    <dgm:cxn modelId="{8C44B726-D00A-4479-A87F-201BA9FAF50A}" type="presParOf" srcId="{C49F8C2A-9C58-4C73-8ABC-B7D87D4C1289}" destId="{19F0DA82-F91E-4D04-A29E-2C903FF6D328}" srcOrd="7" destOrd="0" presId="urn:microsoft.com/office/officeart/2018/2/layout/IconCircleList"/>
    <dgm:cxn modelId="{420E8CD3-D6A3-45B5-BEBF-E333255B814C}" type="presParOf" srcId="{C49F8C2A-9C58-4C73-8ABC-B7D87D4C1289}" destId="{474068E0-67D7-4C10-AF14-D167D895C606}" srcOrd="8" destOrd="0" presId="urn:microsoft.com/office/officeart/2018/2/layout/IconCircleList"/>
    <dgm:cxn modelId="{DBD1B171-EB4C-400E-8F90-356A62283C38}" type="presParOf" srcId="{474068E0-67D7-4C10-AF14-D167D895C606}" destId="{B385885F-37F0-44C8-AE14-F0F5E21D1073}" srcOrd="0" destOrd="0" presId="urn:microsoft.com/office/officeart/2018/2/layout/IconCircleList"/>
    <dgm:cxn modelId="{18CFBA4F-2FE4-40CF-82AE-9A9A8D91890E}" type="presParOf" srcId="{474068E0-67D7-4C10-AF14-D167D895C606}" destId="{1D1DDD2D-9FB1-4A0F-800A-780B239CD0C1}" srcOrd="1" destOrd="0" presId="urn:microsoft.com/office/officeart/2018/2/layout/IconCircleList"/>
    <dgm:cxn modelId="{906E6587-8113-4FEF-B3FD-BFA3A16385B6}" type="presParOf" srcId="{474068E0-67D7-4C10-AF14-D167D895C606}" destId="{3267C714-A823-43F7-9491-D854A6181A0F}" srcOrd="2" destOrd="0" presId="urn:microsoft.com/office/officeart/2018/2/layout/IconCircleList"/>
    <dgm:cxn modelId="{923D8B5C-8D99-4801-8905-AEACE1048478}" type="presParOf" srcId="{474068E0-67D7-4C10-AF14-D167D895C606}" destId="{4F853572-1D8C-41FA-93C2-9E85980A1395}" srcOrd="3" destOrd="0" presId="urn:microsoft.com/office/officeart/2018/2/layout/IconCircleList"/>
    <dgm:cxn modelId="{D89ACADA-7998-4604-AE90-341B78133675}" type="presParOf" srcId="{C49F8C2A-9C58-4C73-8ABC-B7D87D4C1289}" destId="{209FFA43-6459-49B9-9724-749FE9A67964}" srcOrd="9" destOrd="0" presId="urn:microsoft.com/office/officeart/2018/2/layout/IconCircleList"/>
    <dgm:cxn modelId="{37E060B1-E63C-4C00-8208-CB93BD54847E}" type="presParOf" srcId="{C49F8C2A-9C58-4C73-8ABC-B7D87D4C1289}" destId="{B45D666D-E3B1-4861-9366-C10C2508D07F}" srcOrd="10" destOrd="0" presId="urn:microsoft.com/office/officeart/2018/2/layout/IconCircleList"/>
    <dgm:cxn modelId="{EE2E5024-337E-48C1-8F3E-31E43A752D6E}" type="presParOf" srcId="{B45D666D-E3B1-4861-9366-C10C2508D07F}" destId="{F93060F2-1BEE-4B97-9333-C0423A251064}" srcOrd="0" destOrd="0" presId="urn:microsoft.com/office/officeart/2018/2/layout/IconCircleList"/>
    <dgm:cxn modelId="{E5F2C36F-BA8F-4121-B2B6-6FDAA1082C01}" type="presParOf" srcId="{B45D666D-E3B1-4861-9366-C10C2508D07F}" destId="{2C9A1B84-8939-44E0-B003-1B2D1DC71317}" srcOrd="1" destOrd="0" presId="urn:microsoft.com/office/officeart/2018/2/layout/IconCircleList"/>
    <dgm:cxn modelId="{B9141424-506E-4781-A3F0-23E007D74F65}" type="presParOf" srcId="{B45D666D-E3B1-4861-9366-C10C2508D07F}" destId="{B7FED74C-B50B-4D6E-98F9-D56ED27D759A}" srcOrd="2" destOrd="0" presId="urn:microsoft.com/office/officeart/2018/2/layout/IconCircleList"/>
    <dgm:cxn modelId="{4996C978-2F73-482D-86F1-2C0115784102}" type="presParOf" srcId="{B45D666D-E3B1-4861-9366-C10C2508D07F}" destId="{67F4F9A8-4559-4181-B8F2-6677EE69335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BFCD96B-10A8-4E69-AE0F-FFDFD8C4D82D}"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91582F40-7D14-4BE3-ABC6-3D1D37E406F0}">
      <dgm:prSet/>
      <dgm:spPr/>
      <dgm:t>
        <a:bodyPr/>
        <a:lstStyle/>
        <a:p>
          <a:r>
            <a:rPr lang="en-US" b="1"/>
            <a:t>Purpose:</a:t>
          </a:r>
          <a:br>
            <a:rPr lang="en-US"/>
          </a:br>
          <a:r>
            <a:rPr lang="en-US"/>
            <a:t>Provides operational stability, monitoring, and deployment capabilities.</a:t>
          </a:r>
        </a:p>
      </dgm:t>
    </dgm:pt>
    <dgm:pt modelId="{2F1B5037-F55F-4B97-A487-BDF3DCBEBE27}" type="parTrans" cxnId="{855CF3D3-164B-46C2-9678-D2400BDB62B8}">
      <dgm:prSet/>
      <dgm:spPr/>
      <dgm:t>
        <a:bodyPr/>
        <a:lstStyle/>
        <a:p>
          <a:endParaRPr lang="en-US"/>
        </a:p>
      </dgm:t>
    </dgm:pt>
    <dgm:pt modelId="{647E8041-B538-4F0E-94D8-28011D996D63}" type="sibTrans" cxnId="{855CF3D3-164B-46C2-9678-D2400BDB62B8}">
      <dgm:prSet/>
      <dgm:spPr/>
      <dgm:t>
        <a:bodyPr/>
        <a:lstStyle/>
        <a:p>
          <a:endParaRPr lang="en-US"/>
        </a:p>
      </dgm:t>
    </dgm:pt>
    <dgm:pt modelId="{7903F967-A782-4FFA-AC84-2AA31A668CA0}">
      <dgm:prSet/>
      <dgm:spPr/>
      <dgm:t>
        <a:bodyPr/>
        <a:lstStyle/>
        <a:p>
          <a:r>
            <a:rPr lang="en-US" b="1"/>
            <a:t>Core Components:</a:t>
          </a:r>
          <a:endParaRPr lang="en-US"/>
        </a:p>
      </dgm:t>
    </dgm:pt>
    <dgm:pt modelId="{09DEC44E-A2B5-48B6-9641-A91C5D6D7412}" type="parTrans" cxnId="{5F87CFE5-D388-453A-8884-3F6A6636CF45}">
      <dgm:prSet/>
      <dgm:spPr/>
      <dgm:t>
        <a:bodyPr/>
        <a:lstStyle/>
        <a:p>
          <a:endParaRPr lang="en-US"/>
        </a:p>
      </dgm:t>
    </dgm:pt>
    <dgm:pt modelId="{15D0C431-4F5A-4859-B578-DD6D5CD9DDE5}" type="sibTrans" cxnId="{5F87CFE5-D388-453A-8884-3F6A6636CF45}">
      <dgm:prSet/>
      <dgm:spPr/>
      <dgm:t>
        <a:bodyPr/>
        <a:lstStyle/>
        <a:p>
          <a:endParaRPr lang="en-US"/>
        </a:p>
      </dgm:t>
    </dgm:pt>
    <dgm:pt modelId="{FE4D3C4A-60FE-4A24-B585-03B32BFC12CD}">
      <dgm:prSet/>
      <dgm:spPr/>
      <dgm:t>
        <a:bodyPr/>
        <a:lstStyle/>
        <a:p>
          <a:r>
            <a:rPr lang="en-US" b="1"/>
            <a:t>Logging:</a:t>
          </a:r>
          <a:r>
            <a:rPr lang="en-US"/>
            <a:t> Serilog (Console, File, JSON logs)</a:t>
          </a:r>
        </a:p>
      </dgm:t>
    </dgm:pt>
    <dgm:pt modelId="{EB97216C-87AB-4EAC-A733-69479A230B9A}" type="parTrans" cxnId="{6D536EAB-664E-4744-8F0C-B1463F065B1A}">
      <dgm:prSet/>
      <dgm:spPr/>
      <dgm:t>
        <a:bodyPr/>
        <a:lstStyle/>
        <a:p>
          <a:endParaRPr lang="en-US"/>
        </a:p>
      </dgm:t>
    </dgm:pt>
    <dgm:pt modelId="{CB24DCB8-96EB-4446-BEDD-090759FD2412}" type="sibTrans" cxnId="{6D536EAB-664E-4744-8F0C-B1463F065B1A}">
      <dgm:prSet/>
      <dgm:spPr/>
      <dgm:t>
        <a:bodyPr/>
        <a:lstStyle/>
        <a:p>
          <a:endParaRPr lang="en-US"/>
        </a:p>
      </dgm:t>
    </dgm:pt>
    <dgm:pt modelId="{F329FF07-57F9-42E2-BA9D-7F16F3CFA4AE}">
      <dgm:prSet/>
      <dgm:spPr/>
      <dgm:t>
        <a:bodyPr/>
        <a:lstStyle/>
        <a:p>
          <a:r>
            <a:rPr lang="en-US" b="1"/>
            <a:t>Configuration:</a:t>
          </a:r>
          <a:r>
            <a:rPr lang="en-US"/>
            <a:t> Environment variables env</a:t>
          </a:r>
        </a:p>
      </dgm:t>
    </dgm:pt>
    <dgm:pt modelId="{BFEF690F-3F12-4218-82C7-EE33EB3E5417}" type="parTrans" cxnId="{84A6B7A6-72E2-442A-B288-F9720561534F}">
      <dgm:prSet/>
      <dgm:spPr/>
      <dgm:t>
        <a:bodyPr/>
        <a:lstStyle/>
        <a:p>
          <a:endParaRPr lang="en-US"/>
        </a:p>
      </dgm:t>
    </dgm:pt>
    <dgm:pt modelId="{B97CBFBD-37F0-4434-9236-6FB4FCB27FE7}" type="sibTrans" cxnId="{84A6B7A6-72E2-442A-B288-F9720561534F}">
      <dgm:prSet/>
      <dgm:spPr/>
      <dgm:t>
        <a:bodyPr/>
        <a:lstStyle/>
        <a:p>
          <a:endParaRPr lang="en-US"/>
        </a:p>
      </dgm:t>
    </dgm:pt>
    <dgm:pt modelId="{990D2B72-7DF0-4A3A-A125-B37E8A12C151}">
      <dgm:prSet/>
      <dgm:spPr/>
      <dgm:t>
        <a:bodyPr/>
        <a:lstStyle/>
        <a:p>
          <a:r>
            <a:rPr lang="en-US" b="1"/>
            <a:t>Containerization:</a:t>
          </a:r>
          <a:r>
            <a:rPr lang="en-US"/>
            <a:t> Docker multi-stage builds for optimized deployments</a:t>
          </a:r>
        </a:p>
      </dgm:t>
    </dgm:pt>
    <dgm:pt modelId="{8A4F5E14-375D-4A10-859A-EB707108166B}" type="parTrans" cxnId="{DF2910A0-3BDC-491F-BB0C-B3BFEE41CBA9}">
      <dgm:prSet/>
      <dgm:spPr/>
      <dgm:t>
        <a:bodyPr/>
        <a:lstStyle/>
        <a:p>
          <a:endParaRPr lang="en-US"/>
        </a:p>
      </dgm:t>
    </dgm:pt>
    <dgm:pt modelId="{624ED26C-E58D-45EE-A339-4BBE5E095E5B}" type="sibTrans" cxnId="{DF2910A0-3BDC-491F-BB0C-B3BFEE41CBA9}">
      <dgm:prSet/>
      <dgm:spPr/>
      <dgm:t>
        <a:bodyPr/>
        <a:lstStyle/>
        <a:p>
          <a:endParaRPr lang="en-US"/>
        </a:p>
      </dgm:t>
    </dgm:pt>
    <dgm:pt modelId="{2EC821FB-74A7-4AAE-828F-173CDD47C5B3}">
      <dgm:prSet/>
      <dgm:spPr/>
      <dgm:t>
        <a:bodyPr/>
        <a:lstStyle/>
        <a:p>
          <a:r>
            <a:rPr lang="en-US" b="1"/>
            <a:t>Integrations:</a:t>
          </a:r>
          <a:endParaRPr lang="en-US"/>
        </a:p>
      </dgm:t>
    </dgm:pt>
    <dgm:pt modelId="{0A6F948B-52B2-4609-AE08-B35A096D110C}" type="parTrans" cxnId="{B1BF74EA-FE57-4386-A49F-25BA87EC0114}">
      <dgm:prSet/>
      <dgm:spPr/>
      <dgm:t>
        <a:bodyPr/>
        <a:lstStyle/>
        <a:p>
          <a:endParaRPr lang="en-US"/>
        </a:p>
      </dgm:t>
    </dgm:pt>
    <dgm:pt modelId="{DF181E9C-14CE-4654-90E0-CAC9B0C9CFD5}" type="sibTrans" cxnId="{B1BF74EA-FE57-4386-A49F-25BA87EC0114}">
      <dgm:prSet/>
      <dgm:spPr/>
      <dgm:t>
        <a:bodyPr/>
        <a:lstStyle/>
        <a:p>
          <a:endParaRPr lang="en-US"/>
        </a:p>
      </dgm:t>
    </dgm:pt>
    <dgm:pt modelId="{28FB9E7C-8836-4210-A147-2059EB02ADE8}">
      <dgm:prSet/>
      <dgm:spPr/>
      <dgm:t>
        <a:bodyPr/>
        <a:lstStyle/>
        <a:p>
          <a:r>
            <a:rPr lang="en-US" b="1"/>
            <a:t>Serilog.AspNetCore</a:t>
          </a:r>
          <a:r>
            <a:rPr lang="en-US"/>
            <a:t> – Structured logging</a:t>
          </a:r>
        </a:p>
      </dgm:t>
    </dgm:pt>
    <dgm:pt modelId="{21ADF28B-25BC-496B-BF3C-D7BFF370B4DD}" type="parTrans" cxnId="{A527BF53-39EE-4B50-893A-A2B3B8171288}">
      <dgm:prSet/>
      <dgm:spPr/>
      <dgm:t>
        <a:bodyPr/>
        <a:lstStyle/>
        <a:p>
          <a:endParaRPr lang="en-US"/>
        </a:p>
      </dgm:t>
    </dgm:pt>
    <dgm:pt modelId="{B74C6C1D-22A8-4E19-9F28-EDAAB2680254}" type="sibTrans" cxnId="{A527BF53-39EE-4B50-893A-A2B3B8171288}">
      <dgm:prSet/>
      <dgm:spPr/>
      <dgm:t>
        <a:bodyPr/>
        <a:lstStyle/>
        <a:p>
          <a:endParaRPr lang="en-US"/>
        </a:p>
      </dgm:t>
    </dgm:pt>
    <dgm:pt modelId="{874B2C6E-BF7C-4DEF-901D-7D5996155BEB}">
      <dgm:prSet/>
      <dgm:spPr/>
      <dgm:t>
        <a:bodyPr/>
        <a:lstStyle/>
        <a:p>
          <a:r>
            <a:rPr lang="en-US" b="1"/>
            <a:t>DotNetEnv</a:t>
          </a:r>
          <a:r>
            <a:rPr lang="en-US"/>
            <a:t> – Secure environment configuration</a:t>
          </a:r>
        </a:p>
      </dgm:t>
    </dgm:pt>
    <dgm:pt modelId="{5F44CC88-3EEE-4829-A40D-EF45DEE4AFF8}" type="parTrans" cxnId="{63CBFBBF-3F74-49CD-87F8-0D164D508C7D}">
      <dgm:prSet/>
      <dgm:spPr/>
      <dgm:t>
        <a:bodyPr/>
        <a:lstStyle/>
        <a:p>
          <a:endParaRPr lang="en-US"/>
        </a:p>
      </dgm:t>
    </dgm:pt>
    <dgm:pt modelId="{95B30433-E09F-4D73-B87D-2C26BB3091FE}" type="sibTrans" cxnId="{63CBFBBF-3F74-49CD-87F8-0D164D508C7D}">
      <dgm:prSet/>
      <dgm:spPr/>
      <dgm:t>
        <a:bodyPr/>
        <a:lstStyle/>
        <a:p>
          <a:endParaRPr lang="en-US"/>
        </a:p>
      </dgm:t>
    </dgm:pt>
    <dgm:pt modelId="{C96D063B-99FE-49FB-9B32-B0531430F529}">
      <dgm:prSet/>
      <dgm:spPr/>
      <dgm:t>
        <a:bodyPr/>
        <a:lstStyle/>
        <a:p>
          <a:r>
            <a:rPr lang="en-US" b="1"/>
            <a:t>Docker</a:t>
          </a:r>
          <a:r>
            <a:rPr lang="en-US"/>
            <a:t> &amp; </a:t>
          </a:r>
          <a:r>
            <a:rPr lang="en-US" b="1"/>
            <a:t>Azure App Services</a:t>
          </a:r>
          <a:r>
            <a:rPr lang="en-US"/>
            <a:t> – Cloud hosting and scaling</a:t>
          </a:r>
        </a:p>
      </dgm:t>
    </dgm:pt>
    <dgm:pt modelId="{7B8F8689-3635-476D-A4E5-DB49BAEEFE05}" type="parTrans" cxnId="{BB27A1B0-9C3D-4967-B8C9-479A685539B0}">
      <dgm:prSet/>
      <dgm:spPr/>
      <dgm:t>
        <a:bodyPr/>
        <a:lstStyle/>
        <a:p>
          <a:endParaRPr lang="en-US"/>
        </a:p>
      </dgm:t>
    </dgm:pt>
    <dgm:pt modelId="{3C137ABC-69EF-4451-8914-64A36C046E97}" type="sibTrans" cxnId="{BB27A1B0-9C3D-4967-B8C9-479A685539B0}">
      <dgm:prSet/>
      <dgm:spPr/>
      <dgm:t>
        <a:bodyPr/>
        <a:lstStyle/>
        <a:p>
          <a:endParaRPr lang="en-US"/>
        </a:p>
      </dgm:t>
    </dgm:pt>
    <dgm:pt modelId="{1EA48BB6-51FE-472E-BB2E-C1C1AE8393AA}" type="pres">
      <dgm:prSet presAssocID="{2BFCD96B-10A8-4E69-AE0F-FFDFD8C4D82D}" presName="Name0" presStyleCnt="0">
        <dgm:presLayoutVars>
          <dgm:dir/>
          <dgm:resizeHandles val="exact"/>
        </dgm:presLayoutVars>
      </dgm:prSet>
      <dgm:spPr/>
    </dgm:pt>
    <dgm:pt modelId="{F36ED489-E54B-410A-A310-B5423FA90C00}" type="pres">
      <dgm:prSet presAssocID="{91582F40-7D14-4BE3-ABC6-3D1D37E406F0}" presName="node" presStyleLbl="node1" presStyleIdx="0" presStyleCnt="9">
        <dgm:presLayoutVars>
          <dgm:bulletEnabled val="1"/>
        </dgm:presLayoutVars>
      </dgm:prSet>
      <dgm:spPr/>
    </dgm:pt>
    <dgm:pt modelId="{E133BE84-F61B-4C7F-B3E6-B1ADCB797693}" type="pres">
      <dgm:prSet presAssocID="{647E8041-B538-4F0E-94D8-28011D996D63}" presName="sibTrans" presStyleLbl="sibTrans1D1" presStyleIdx="0" presStyleCnt="8"/>
      <dgm:spPr/>
    </dgm:pt>
    <dgm:pt modelId="{728B2398-2B35-4115-A097-82ADF2C8B665}" type="pres">
      <dgm:prSet presAssocID="{647E8041-B538-4F0E-94D8-28011D996D63}" presName="connectorText" presStyleLbl="sibTrans1D1" presStyleIdx="0" presStyleCnt="8"/>
      <dgm:spPr/>
    </dgm:pt>
    <dgm:pt modelId="{1E71CBF9-1B24-4E6D-9F49-5D9F2D8236E8}" type="pres">
      <dgm:prSet presAssocID="{7903F967-A782-4FFA-AC84-2AA31A668CA0}" presName="node" presStyleLbl="node1" presStyleIdx="1" presStyleCnt="9">
        <dgm:presLayoutVars>
          <dgm:bulletEnabled val="1"/>
        </dgm:presLayoutVars>
      </dgm:prSet>
      <dgm:spPr/>
    </dgm:pt>
    <dgm:pt modelId="{8CDAD36A-E528-4FFC-992B-7C1C0F391860}" type="pres">
      <dgm:prSet presAssocID="{15D0C431-4F5A-4859-B578-DD6D5CD9DDE5}" presName="sibTrans" presStyleLbl="sibTrans1D1" presStyleIdx="1" presStyleCnt="8"/>
      <dgm:spPr/>
    </dgm:pt>
    <dgm:pt modelId="{B259D813-5033-484C-A13C-78B7F77FBC13}" type="pres">
      <dgm:prSet presAssocID="{15D0C431-4F5A-4859-B578-DD6D5CD9DDE5}" presName="connectorText" presStyleLbl="sibTrans1D1" presStyleIdx="1" presStyleCnt="8"/>
      <dgm:spPr/>
    </dgm:pt>
    <dgm:pt modelId="{8FDD455E-0EDF-4D31-9AA3-2246BCCCB472}" type="pres">
      <dgm:prSet presAssocID="{FE4D3C4A-60FE-4A24-B585-03B32BFC12CD}" presName="node" presStyleLbl="node1" presStyleIdx="2" presStyleCnt="9">
        <dgm:presLayoutVars>
          <dgm:bulletEnabled val="1"/>
        </dgm:presLayoutVars>
      </dgm:prSet>
      <dgm:spPr/>
    </dgm:pt>
    <dgm:pt modelId="{D7CEEAB5-AA67-4505-B0C5-7F1C75059A23}" type="pres">
      <dgm:prSet presAssocID="{CB24DCB8-96EB-4446-BEDD-090759FD2412}" presName="sibTrans" presStyleLbl="sibTrans1D1" presStyleIdx="2" presStyleCnt="8"/>
      <dgm:spPr/>
    </dgm:pt>
    <dgm:pt modelId="{D571A849-531D-40B5-B799-2FE81F976BDF}" type="pres">
      <dgm:prSet presAssocID="{CB24DCB8-96EB-4446-BEDD-090759FD2412}" presName="connectorText" presStyleLbl="sibTrans1D1" presStyleIdx="2" presStyleCnt="8"/>
      <dgm:spPr/>
    </dgm:pt>
    <dgm:pt modelId="{CE05828A-6B19-4450-AAEA-5F0C78C52FE4}" type="pres">
      <dgm:prSet presAssocID="{F329FF07-57F9-42E2-BA9D-7F16F3CFA4AE}" presName="node" presStyleLbl="node1" presStyleIdx="3" presStyleCnt="9">
        <dgm:presLayoutVars>
          <dgm:bulletEnabled val="1"/>
        </dgm:presLayoutVars>
      </dgm:prSet>
      <dgm:spPr/>
    </dgm:pt>
    <dgm:pt modelId="{79EC3B7D-DB99-4B2C-ACFC-DAD1D38B15AD}" type="pres">
      <dgm:prSet presAssocID="{B97CBFBD-37F0-4434-9236-6FB4FCB27FE7}" presName="sibTrans" presStyleLbl="sibTrans1D1" presStyleIdx="3" presStyleCnt="8"/>
      <dgm:spPr/>
    </dgm:pt>
    <dgm:pt modelId="{C95B6B63-E00A-43D4-A58A-A1B3625EA7F4}" type="pres">
      <dgm:prSet presAssocID="{B97CBFBD-37F0-4434-9236-6FB4FCB27FE7}" presName="connectorText" presStyleLbl="sibTrans1D1" presStyleIdx="3" presStyleCnt="8"/>
      <dgm:spPr/>
    </dgm:pt>
    <dgm:pt modelId="{8263250E-5AA0-4FF1-9D33-6086C6FFC2FC}" type="pres">
      <dgm:prSet presAssocID="{990D2B72-7DF0-4A3A-A125-B37E8A12C151}" presName="node" presStyleLbl="node1" presStyleIdx="4" presStyleCnt="9">
        <dgm:presLayoutVars>
          <dgm:bulletEnabled val="1"/>
        </dgm:presLayoutVars>
      </dgm:prSet>
      <dgm:spPr/>
    </dgm:pt>
    <dgm:pt modelId="{FC437E08-3037-4885-8CB3-A45209F06183}" type="pres">
      <dgm:prSet presAssocID="{624ED26C-E58D-45EE-A339-4BBE5E095E5B}" presName="sibTrans" presStyleLbl="sibTrans1D1" presStyleIdx="4" presStyleCnt="8"/>
      <dgm:spPr/>
    </dgm:pt>
    <dgm:pt modelId="{8CCEB6E6-B97E-448D-BD45-2420BE427950}" type="pres">
      <dgm:prSet presAssocID="{624ED26C-E58D-45EE-A339-4BBE5E095E5B}" presName="connectorText" presStyleLbl="sibTrans1D1" presStyleIdx="4" presStyleCnt="8"/>
      <dgm:spPr/>
    </dgm:pt>
    <dgm:pt modelId="{400B55C7-01A3-4A87-9382-5AA5F7D2665A}" type="pres">
      <dgm:prSet presAssocID="{2EC821FB-74A7-4AAE-828F-173CDD47C5B3}" presName="node" presStyleLbl="node1" presStyleIdx="5" presStyleCnt="9">
        <dgm:presLayoutVars>
          <dgm:bulletEnabled val="1"/>
        </dgm:presLayoutVars>
      </dgm:prSet>
      <dgm:spPr/>
    </dgm:pt>
    <dgm:pt modelId="{42D1E729-6725-4388-B2A4-AB125972ADF8}" type="pres">
      <dgm:prSet presAssocID="{DF181E9C-14CE-4654-90E0-CAC9B0C9CFD5}" presName="sibTrans" presStyleLbl="sibTrans1D1" presStyleIdx="5" presStyleCnt="8"/>
      <dgm:spPr/>
    </dgm:pt>
    <dgm:pt modelId="{2D823579-680B-4847-B863-3E431DF68ED1}" type="pres">
      <dgm:prSet presAssocID="{DF181E9C-14CE-4654-90E0-CAC9B0C9CFD5}" presName="connectorText" presStyleLbl="sibTrans1D1" presStyleIdx="5" presStyleCnt="8"/>
      <dgm:spPr/>
    </dgm:pt>
    <dgm:pt modelId="{89A27A6D-C692-4725-A888-F9F4B153E12E}" type="pres">
      <dgm:prSet presAssocID="{28FB9E7C-8836-4210-A147-2059EB02ADE8}" presName="node" presStyleLbl="node1" presStyleIdx="6" presStyleCnt="9">
        <dgm:presLayoutVars>
          <dgm:bulletEnabled val="1"/>
        </dgm:presLayoutVars>
      </dgm:prSet>
      <dgm:spPr/>
    </dgm:pt>
    <dgm:pt modelId="{3FC62F53-A70D-4B16-9A03-30183AF98ED5}" type="pres">
      <dgm:prSet presAssocID="{B74C6C1D-22A8-4E19-9F28-EDAAB2680254}" presName="sibTrans" presStyleLbl="sibTrans1D1" presStyleIdx="6" presStyleCnt="8"/>
      <dgm:spPr/>
    </dgm:pt>
    <dgm:pt modelId="{4C9C96DC-BA06-4B0E-9EF3-94EC59162A17}" type="pres">
      <dgm:prSet presAssocID="{B74C6C1D-22A8-4E19-9F28-EDAAB2680254}" presName="connectorText" presStyleLbl="sibTrans1D1" presStyleIdx="6" presStyleCnt="8"/>
      <dgm:spPr/>
    </dgm:pt>
    <dgm:pt modelId="{2517287A-30F2-4C3F-A25B-52F25F681772}" type="pres">
      <dgm:prSet presAssocID="{874B2C6E-BF7C-4DEF-901D-7D5996155BEB}" presName="node" presStyleLbl="node1" presStyleIdx="7" presStyleCnt="9">
        <dgm:presLayoutVars>
          <dgm:bulletEnabled val="1"/>
        </dgm:presLayoutVars>
      </dgm:prSet>
      <dgm:spPr/>
    </dgm:pt>
    <dgm:pt modelId="{4A98998A-5186-4E97-9ED9-3E0039FCC86C}" type="pres">
      <dgm:prSet presAssocID="{95B30433-E09F-4D73-B87D-2C26BB3091FE}" presName="sibTrans" presStyleLbl="sibTrans1D1" presStyleIdx="7" presStyleCnt="8"/>
      <dgm:spPr/>
    </dgm:pt>
    <dgm:pt modelId="{793B436A-9B02-4BB1-880D-91F1AF258840}" type="pres">
      <dgm:prSet presAssocID="{95B30433-E09F-4D73-B87D-2C26BB3091FE}" presName="connectorText" presStyleLbl="sibTrans1D1" presStyleIdx="7" presStyleCnt="8"/>
      <dgm:spPr/>
    </dgm:pt>
    <dgm:pt modelId="{8E913521-5A39-4FEC-BA49-2139F80DC8C3}" type="pres">
      <dgm:prSet presAssocID="{C96D063B-99FE-49FB-9B32-B0531430F529}" presName="node" presStyleLbl="node1" presStyleIdx="8" presStyleCnt="9">
        <dgm:presLayoutVars>
          <dgm:bulletEnabled val="1"/>
        </dgm:presLayoutVars>
      </dgm:prSet>
      <dgm:spPr/>
    </dgm:pt>
  </dgm:ptLst>
  <dgm:cxnLst>
    <dgm:cxn modelId="{9E804D09-B2CC-47B4-9914-0C1362E3670D}" type="presOf" srcId="{B74C6C1D-22A8-4E19-9F28-EDAAB2680254}" destId="{4C9C96DC-BA06-4B0E-9EF3-94EC59162A17}" srcOrd="1" destOrd="0" presId="urn:microsoft.com/office/officeart/2016/7/layout/RepeatingBendingProcessNew"/>
    <dgm:cxn modelId="{42646715-12F5-4B77-98F0-734F57708C08}" type="presOf" srcId="{B97CBFBD-37F0-4434-9236-6FB4FCB27FE7}" destId="{79EC3B7D-DB99-4B2C-ACFC-DAD1D38B15AD}" srcOrd="0" destOrd="0" presId="urn:microsoft.com/office/officeart/2016/7/layout/RepeatingBendingProcessNew"/>
    <dgm:cxn modelId="{2DB77E16-7D00-4BC0-B636-DC63397E556E}" type="presOf" srcId="{DF181E9C-14CE-4654-90E0-CAC9B0C9CFD5}" destId="{2D823579-680B-4847-B863-3E431DF68ED1}" srcOrd="1" destOrd="0" presId="urn:microsoft.com/office/officeart/2016/7/layout/RepeatingBendingProcessNew"/>
    <dgm:cxn modelId="{24C0BC16-AF46-4C01-992A-EE34566EA32A}" type="presOf" srcId="{B74C6C1D-22A8-4E19-9F28-EDAAB2680254}" destId="{3FC62F53-A70D-4B16-9A03-30183AF98ED5}" srcOrd="0" destOrd="0" presId="urn:microsoft.com/office/officeart/2016/7/layout/RepeatingBendingProcessNew"/>
    <dgm:cxn modelId="{8A495F23-AF58-4CC6-BCD4-E6E9A63717A2}" type="presOf" srcId="{15D0C431-4F5A-4859-B578-DD6D5CD9DDE5}" destId="{8CDAD36A-E528-4FFC-992B-7C1C0F391860}" srcOrd="0" destOrd="0" presId="urn:microsoft.com/office/officeart/2016/7/layout/RepeatingBendingProcessNew"/>
    <dgm:cxn modelId="{AF7DA02C-A24E-4CEF-9993-E0E6886E787D}" type="presOf" srcId="{95B30433-E09F-4D73-B87D-2C26BB3091FE}" destId="{4A98998A-5186-4E97-9ED9-3E0039FCC86C}" srcOrd="0" destOrd="0" presId="urn:microsoft.com/office/officeart/2016/7/layout/RepeatingBendingProcessNew"/>
    <dgm:cxn modelId="{B6101033-817F-46A3-9A54-95C09FE5FA21}" type="presOf" srcId="{B97CBFBD-37F0-4434-9236-6FB4FCB27FE7}" destId="{C95B6B63-E00A-43D4-A58A-A1B3625EA7F4}" srcOrd="1" destOrd="0" presId="urn:microsoft.com/office/officeart/2016/7/layout/RepeatingBendingProcessNew"/>
    <dgm:cxn modelId="{7EED1039-BC45-4F6A-95DB-085F085626EB}" type="presOf" srcId="{91582F40-7D14-4BE3-ABC6-3D1D37E406F0}" destId="{F36ED489-E54B-410A-A310-B5423FA90C00}" srcOrd="0" destOrd="0" presId="urn:microsoft.com/office/officeart/2016/7/layout/RepeatingBendingProcessNew"/>
    <dgm:cxn modelId="{8F5B9F64-C4C7-420C-A8F5-C56A7EEE728A}" type="presOf" srcId="{28FB9E7C-8836-4210-A147-2059EB02ADE8}" destId="{89A27A6D-C692-4725-A888-F9F4B153E12E}" srcOrd="0" destOrd="0" presId="urn:microsoft.com/office/officeart/2016/7/layout/RepeatingBendingProcessNew"/>
    <dgm:cxn modelId="{3EC9B44B-2326-4257-9E30-74A7A563257A}" type="presOf" srcId="{CB24DCB8-96EB-4446-BEDD-090759FD2412}" destId="{D571A849-531D-40B5-B799-2FE81F976BDF}" srcOrd="1" destOrd="0" presId="urn:microsoft.com/office/officeart/2016/7/layout/RepeatingBendingProcessNew"/>
    <dgm:cxn modelId="{BA65CB4B-FDA3-4E5A-A89F-C1E9B209B30E}" type="presOf" srcId="{2BFCD96B-10A8-4E69-AE0F-FFDFD8C4D82D}" destId="{1EA48BB6-51FE-472E-BB2E-C1C1AE8393AA}" srcOrd="0" destOrd="0" presId="urn:microsoft.com/office/officeart/2016/7/layout/RepeatingBendingProcessNew"/>
    <dgm:cxn modelId="{75D39A6D-BB42-4F78-B39E-2879F80C5CA3}" type="presOf" srcId="{95B30433-E09F-4D73-B87D-2C26BB3091FE}" destId="{793B436A-9B02-4BB1-880D-91F1AF258840}" srcOrd="1" destOrd="0" presId="urn:microsoft.com/office/officeart/2016/7/layout/RepeatingBendingProcessNew"/>
    <dgm:cxn modelId="{A527BF53-39EE-4B50-893A-A2B3B8171288}" srcId="{2BFCD96B-10A8-4E69-AE0F-FFDFD8C4D82D}" destId="{28FB9E7C-8836-4210-A147-2059EB02ADE8}" srcOrd="6" destOrd="0" parTransId="{21ADF28B-25BC-496B-BF3C-D7BFF370B4DD}" sibTransId="{B74C6C1D-22A8-4E19-9F28-EDAAB2680254}"/>
    <dgm:cxn modelId="{ED834D7B-FD31-40F5-9202-8290E025F5EA}" type="presOf" srcId="{647E8041-B538-4F0E-94D8-28011D996D63}" destId="{E133BE84-F61B-4C7F-B3E6-B1ADCB797693}" srcOrd="0" destOrd="0" presId="urn:microsoft.com/office/officeart/2016/7/layout/RepeatingBendingProcessNew"/>
    <dgm:cxn modelId="{AE57817E-5EC6-4384-B18C-D571E17894F0}" type="presOf" srcId="{624ED26C-E58D-45EE-A339-4BBE5E095E5B}" destId="{FC437E08-3037-4885-8CB3-A45209F06183}" srcOrd="0" destOrd="0" presId="urn:microsoft.com/office/officeart/2016/7/layout/RepeatingBendingProcessNew"/>
    <dgm:cxn modelId="{436F4087-5010-4359-A32A-3D36ED5D8F4F}" type="presOf" srcId="{990D2B72-7DF0-4A3A-A125-B37E8A12C151}" destId="{8263250E-5AA0-4FF1-9D33-6086C6FFC2FC}" srcOrd="0" destOrd="0" presId="urn:microsoft.com/office/officeart/2016/7/layout/RepeatingBendingProcessNew"/>
    <dgm:cxn modelId="{B75E0891-70B0-4F9D-BD2D-B42EA8BE3453}" type="presOf" srcId="{DF181E9C-14CE-4654-90E0-CAC9B0C9CFD5}" destId="{42D1E729-6725-4388-B2A4-AB125972ADF8}" srcOrd="0" destOrd="0" presId="urn:microsoft.com/office/officeart/2016/7/layout/RepeatingBendingProcessNew"/>
    <dgm:cxn modelId="{F25E2A91-33F1-46C9-A3BD-199B19E83EB2}" type="presOf" srcId="{7903F967-A782-4FFA-AC84-2AA31A668CA0}" destId="{1E71CBF9-1B24-4E6D-9F49-5D9F2D8236E8}" srcOrd="0" destOrd="0" presId="urn:microsoft.com/office/officeart/2016/7/layout/RepeatingBendingProcessNew"/>
    <dgm:cxn modelId="{DF2910A0-3BDC-491F-BB0C-B3BFEE41CBA9}" srcId="{2BFCD96B-10A8-4E69-AE0F-FFDFD8C4D82D}" destId="{990D2B72-7DF0-4A3A-A125-B37E8A12C151}" srcOrd="4" destOrd="0" parTransId="{8A4F5E14-375D-4A10-859A-EB707108166B}" sibTransId="{624ED26C-E58D-45EE-A339-4BBE5E095E5B}"/>
    <dgm:cxn modelId="{C6B5B5A5-DA73-45D9-8C3E-17382A53E584}" type="presOf" srcId="{874B2C6E-BF7C-4DEF-901D-7D5996155BEB}" destId="{2517287A-30F2-4C3F-A25B-52F25F681772}" srcOrd="0" destOrd="0" presId="urn:microsoft.com/office/officeart/2016/7/layout/RepeatingBendingProcessNew"/>
    <dgm:cxn modelId="{84A6B7A6-72E2-442A-B288-F9720561534F}" srcId="{2BFCD96B-10A8-4E69-AE0F-FFDFD8C4D82D}" destId="{F329FF07-57F9-42E2-BA9D-7F16F3CFA4AE}" srcOrd="3" destOrd="0" parTransId="{BFEF690F-3F12-4218-82C7-EE33EB3E5417}" sibTransId="{B97CBFBD-37F0-4434-9236-6FB4FCB27FE7}"/>
    <dgm:cxn modelId="{ECCB7CA9-814D-4B8E-897A-F57377233115}" type="presOf" srcId="{624ED26C-E58D-45EE-A339-4BBE5E095E5B}" destId="{8CCEB6E6-B97E-448D-BD45-2420BE427950}" srcOrd="1" destOrd="0" presId="urn:microsoft.com/office/officeart/2016/7/layout/RepeatingBendingProcessNew"/>
    <dgm:cxn modelId="{6D536EAB-664E-4744-8F0C-B1463F065B1A}" srcId="{2BFCD96B-10A8-4E69-AE0F-FFDFD8C4D82D}" destId="{FE4D3C4A-60FE-4A24-B585-03B32BFC12CD}" srcOrd="2" destOrd="0" parTransId="{EB97216C-87AB-4EAC-A733-69479A230B9A}" sibTransId="{CB24DCB8-96EB-4446-BEDD-090759FD2412}"/>
    <dgm:cxn modelId="{BB27A1B0-9C3D-4967-B8C9-479A685539B0}" srcId="{2BFCD96B-10A8-4E69-AE0F-FFDFD8C4D82D}" destId="{C96D063B-99FE-49FB-9B32-B0531430F529}" srcOrd="8" destOrd="0" parTransId="{7B8F8689-3635-476D-A4E5-DB49BAEEFE05}" sibTransId="{3C137ABC-69EF-4451-8914-64A36C046E97}"/>
    <dgm:cxn modelId="{AC1009BB-871E-4FDC-9E84-F7D1776E1C3C}" type="presOf" srcId="{F329FF07-57F9-42E2-BA9D-7F16F3CFA4AE}" destId="{CE05828A-6B19-4450-AAEA-5F0C78C52FE4}" srcOrd="0" destOrd="0" presId="urn:microsoft.com/office/officeart/2016/7/layout/RepeatingBendingProcessNew"/>
    <dgm:cxn modelId="{63CBFBBF-3F74-49CD-87F8-0D164D508C7D}" srcId="{2BFCD96B-10A8-4E69-AE0F-FFDFD8C4D82D}" destId="{874B2C6E-BF7C-4DEF-901D-7D5996155BEB}" srcOrd="7" destOrd="0" parTransId="{5F44CC88-3EEE-4829-A40D-EF45DEE4AFF8}" sibTransId="{95B30433-E09F-4D73-B87D-2C26BB3091FE}"/>
    <dgm:cxn modelId="{E0B791C2-4399-45F7-86B1-ECFA7CBE2A85}" type="presOf" srcId="{647E8041-B538-4F0E-94D8-28011D996D63}" destId="{728B2398-2B35-4115-A097-82ADF2C8B665}" srcOrd="1" destOrd="0" presId="urn:microsoft.com/office/officeart/2016/7/layout/RepeatingBendingProcessNew"/>
    <dgm:cxn modelId="{56556ACF-5E1F-4949-9983-1A8B77909423}" type="presOf" srcId="{CB24DCB8-96EB-4446-BEDD-090759FD2412}" destId="{D7CEEAB5-AA67-4505-B0C5-7F1C75059A23}" srcOrd="0" destOrd="0" presId="urn:microsoft.com/office/officeart/2016/7/layout/RepeatingBendingProcessNew"/>
    <dgm:cxn modelId="{855CF3D3-164B-46C2-9678-D2400BDB62B8}" srcId="{2BFCD96B-10A8-4E69-AE0F-FFDFD8C4D82D}" destId="{91582F40-7D14-4BE3-ABC6-3D1D37E406F0}" srcOrd="0" destOrd="0" parTransId="{2F1B5037-F55F-4B97-A487-BDF3DCBEBE27}" sibTransId="{647E8041-B538-4F0E-94D8-28011D996D63}"/>
    <dgm:cxn modelId="{2A17C6DF-5402-4BE9-9137-729CA4753D8C}" type="presOf" srcId="{FE4D3C4A-60FE-4A24-B585-03B32BFC12CD}" destId="{8FDD455E-0EDF-4D31-9AA3-2246BCCCB472}" srcOrd="0" destOrd="0" presId="urn:microsoft.com/office/officeart/2016/7/layout/RepeatingBendingProcessNew"/>
    <dgm:cxn modelId="{5F87CFE5-D388-453A-8884-3F6A6636CF45}" srcId="{2BFCD96B-10A8-4E69-AE0F-FFDFD8C4D82D}" destId="{7903F967-A782-4FFA-AC84-2AA31A668CA0}" srcOrd="1" destOrd="0" parTransId="{09DEC44E-A2B5-48B6-9641-A91C5D6D7412}" sibTransId="{15D0C431-4F5A-4859-B578-DD6D5CD9DDE5}"/>
    <dgm:cxn modelId="{B1BF74EA-FE57-4386-A49F-25BA87EC0114}" srcId="{2BFCD96B-10A8-4E69-AE0F-FFDFD8C4D82D}" destId="{2EC821FB-74A7-4AAE-828F-173CDD47C5B3}" srcOrd="5" destOrd="0" parTransId="{0A6F948B-52B2-4609-AE08-B35A096D110C}" sibTransId="{DF181E9C-14CE-4654-90E0-CAC9B0C9CFD5}"/>
    <dgm:cxn modelId="{DEDC76F1-73B1-45E0-87EE-BF9CD156669D}" type="presOf" srcId="{2EC821FB-74A7-4AAE-828F-173CDD47C5B3}" destId="{400B55C7-01A3-4A87-9382-5AA5F7D2665A}" srcOrd="0" destOrd="0" presId="urn:microsoft.com/office/officeart/2016/7/layout/RepeatingBendingProcessNew"/>
    <dgm:cxn modelId="{309C86F3-D86A-4F8A-8EDB-9FE24A30F51B}" type="presOf" srcId="{C96D063B-99FE-49FB-9B32-B0531430F529}" destId="{8E913521-5A39-4FEC-BA49-2139F80DC8C3}" srcOrd="0" destOrd="0" presId="urn:microsoft.com/office/officeart/2016/7/layout/RepeatingBendingProcessNew"/>
    <dgm:cxn modelId="{79FCB1F7-6B22-4683-8A3C-1D7F542E2844}" type="presOf" srcId="{15D0C431-4F5A-4859-B578-DD6D5CD9DDE5}" destId="{B259D813-5033-484C-A13C-78B7F77FBC13}" srcOrd="1" destOrd="0" presId="urn:microsoft.com/office/officeart/2016/7/layout/RepeatingBendingProcessNew"/>
    <dgm:cxn modelId="{1390F482-A46E-402E-8851-D903D3CB65ED}" type="presParOf" srcId="{1EA48BB6-51FE-472E-BB2E-C1C1AE8393AA}" destId="{F36ED489-E54B-410A-A310-B5423FA90C00}" srcOrd="0" destOrd="0" presId="urn:microsoft.com/office/officeart/2016/7/layout/RepeatingBendingProcessNew"/>
    <dgm:cxn modelId="{DA311801-718A-4C03-9682-3B94E62AA9DF}" type="presParOf" srcId="{1EA48BB6-51FE-472E-BB2E-C1C1AE8393AA}" destId="{E133BE84-F61B-4C7F-B3E6-B1ADCB797693}" srcOrd="1" destOrd="0" presId="urn:microsoft.com/office/officeart/2016/7/layout/RepeatingBendingProcessNew"/>
    <dgm:cxn modelId="{718AB6C9-2EF7-4B07-B263-F7B19D6BE98C}" type="presParOf" srcId="{E133BE84-F61B-4C7F-B3E6-B1ADCB797693}" destId="{728B2398-2B35-4115-A097-82ADF2C8B665}" srcOrd="0" destOrd="0" presId="urn:microsoft.com/office/officeart/2016/7/layout/RepeatingBendingProcessNew"/>
    <dgm:cxn modelId="{190782B7-CD3E-4BE3-B328-5552DBDD5AEB}" type="presParOf" srcId="{1EA48BB6-51FE-472E-BB2E-C1C1AE8393AA}" destId="{1E71CBF9-1B24-4E6D-9F49-5D9F2D8236E8}" srcOrd="2" destOrd="0" presId="urn:microsoft.com/office/officeart/2016/7/layout/RepeatingBendingProcessNew"/>
    <dgm:cxn modelId="{C2D8DA87-16B9-41DD-AB61-10BB19AE3A16}" type="presParOf" srcId="{1EA48BB6-51FE-472E-BB2E-C1C1AE8393AA}" destId="{8CDAD36A-E528-4FFC-992B-7C1C0F391860}" srcOrd="3" destOrd="0" presId="urn:microsoft.com/office/officeart/2016/7/layout/RepeatingBendingProcessNew"/>
    <dgm:cxn modelId="{B7BF7AC3-8A7F-4310-9DF5-458D97336A45}" type="presParOf" srcId="{8CDAD36A-E528-4FFC-992B-7C1C0F391860}" destId="{B259D813-5033-484C-A13C-78B7F77FBC13}" srcOrd="0" destOrd="0" presId="urn:microsoft.com/office/officeart/2016/7/layout/RepeatingBendingProcessNew"/>
    <dgm:cxn modelId="{D9603BC1-E272-4F65-9EB1-B74C7CC41CE8}" type="presParOf" srcId="{1EA48BB6-51FE-472E-BB2E-C1C1AE8393AA}" destId="{8FDD455E-0EDF-4D31-9AA3-2246BCCCB472}" srcOrd="4" destOrd="0" presId="urn:microsoft.com/office/officeart/2016/7/layout/RepeatingBendingProcessNew"/>
    <dgm:cxn modelId="{A55F810A-1551-4E2F-B3EF-1C5D9EA4D86D}" type="presParOf" srcId="{1EA48BB6-51FE-472E-BB2E-C1C1AE8393AA}" destId="{D7CEEAB5-AA67-4505-B0C5-7F1C75059A23}" srcOrd="5" destOrd="0" presId="urn:microsoft.com/office/officeart/2016/7/layout/RepeatingBendingProcessNew"/>
    <dgm:cxn modelId="{4C415F93-24BC-4B03-8662-2BB79510B061}" type="presParOf" srcId="{D7CEEAB5-AA67-4505-B0C5-7F1C75059A23}" destId="{D571A849-531D-40B5-B799-2FE81F976BDF}" srcOrd="0" destOrd="0" presId="urn:microsoft.com/office/officeart/2016/7/layout/RepeatingBendingProcessNew"/>
    <dgm:cxn modelId="{F612E436-F5E5-4659-8631-EBFB9E24F8E3}" type="presParOf" srcId="{1EA48BB6-51FE-472E-BB2E-C1C1AE8393AA}" destId="{CE05828A-6B19-4450-AAEA-5F0C78C52FE4}" srcOrd="6" destOrd="0" presId="urn:microsoft.com/office/officeart/2016/7/layout/RepeatingBendingProcessNew"/>
    <dgm:cxn modelId="{955D7542-9AE4-41C7-A41D-43B06991E549}" type="presParOf" srcId="{1EA48BB6-51FE-472E-BB2E-C1C1AE8393AA}" destId="{79EC3B7D-DB99-4B2C-ACFC-DAD1D38B15AD}" srcOrd="7" destOrd="0" presId="urn:microsoft.com/office/officeart/2016/7/layout/RepeatingBendingProcessNew"/>
    <dgm:cxn modelId="{04855501-0F4D-4874-8F39-B02F0E05FEC7}" type="presParOf" srcId="{79EC3B7D-DB99-4B2C-ACFC-DAD1D38B15AD}" destId="{C95B6B63-E00A-43D4-A58A-A1B3625EA7F4}" srcOrd="0" destOrd="0" presId="urn:microsoft.com/office/officeart/2016/7/layout/RepeatingBendingProcessNew"/>
    <dgm:cxn modelId="{0AD39A39-0A97-4F0C-B7DD-A17A5924C4D5}" type="presParOf" srcId="{1EA48BB6-51FE-472E-BB2E-C1C1AE8393AA}" destId="{8263250E-5AA0-4FF1-9D33-6086C6FFC2FC}" srcOrd="8" destOrd="0" presId="urn:microsoft.com/office/officeart/2016/7/layout/RepeatingBendingProcessNew"/>
    <dgm:cxn modelId="{18EE98AD-0E67-4A9E-9E70-D7D2678EF6AE}" type="presParOf" srcId="{1EA48BB6-51FE-472E-BB2E-C1C1AE8393AA}" destId="{FC437E08-3037-4885-8CB3-A45209F06183}" srcOrd="9" destOrd="0" presId="urn:microsoft.com/office/officeart/2016/7/layout/RepeatingBendingProcessNew"/>
    <dgm:cxn modelId="{BB5E6E41-6BB3-4AE0-A177-B7D0B6BB593D}" type="presParOf" srcId="{FC437E08-3037-4885-8CB3-A45209F06183}" destId="{8CCEB6E6-B97E-448D-BD45-2420BE427950}" srcOrd="0" destOrd="0" presId="urn:microsoft.com/office/officeart/2016/7/layout/RepeatingBendingProcessNew"/>
    <dgm:cxn modelId="{8FE9BA82-2F1A-4ACD-A706-E2F7AEB4B95A}" type="presParOf" srcId="{1EA48BB6-51FE-472E-BB2E-C1C1AE8393AA}" destId="{400B55C7-01A3-4A87-9382-5AA5F7D2665A}" srcOrd="10" destOrd="0" presId="urn:microsoft.com/office/officeart/2016/7/layout/RepeatingBendingProcessNew"/>
    <dgm:cxn modelId="{A08660A4-2662-40DA-BC69-706FD7FA089C}" type="presParOf" srcId="{1EA48BB6-51FE-472E-BB2E-C1C1AE8393AA}" destId="{42D1E729-6725-4388-B2A4-AB125972ADF8}" srcOrd="11" destOrd="0" presId="urn:microsoft.com/office/officeart/2016/7/layout/RepeatingBendingProcessNew"/>
    <dgm:cxn modelId="{90B51477-BE36-484E-A4CE-6F2058243576}" type="presParOf" srcId="{42D1E729-6725-4388-B2A4-AB125972ADF8}" destId="{2D823579-680B-4847-B863-3E431DF68ED1}" srcOrd="0" destOrd="0" presId="urn:microsoft.com/office/officeart/2016/7/layout/RepeatingBendingProcessNew"/>
    <dgm:cxn modelId="{5A414429-39B3-4408-814D-E28ECB9238BD}" type="presParOf" srcId="{1EA48BB6-51FE-472E-BB2E-C1C1AE8393AA}" destId="{89A27A6D-C692-4725-A888-F9F4B153E12E}" srcOrd="12" destOrd="0" presId="urn:microsoft.com/office/officeart/2016/7/layout/RepeatingBendingProcessNew"/>
    <dgm:cxn modelId="{D3C3E041-8890-439F-BA85-60A0BD032D61}" type="presParOf" srcId="{1EA48BB6-51FE-472E-BB2E-C1C1AE8393AA}" destId="{3FC62F53-A70D-4B16-9A03-30183AF98ED5}" srcOrd="13" destOrd="0" presId="urn:microsoft.com/office/officeart/2016/7/layout/RepeatingBendingProcessNew"/>
    <dgm:cxn modelId="{A392CF2B-DC62-4CEB-8120-8D51DEFCF5EA}" type="presParOf" srcId="{3FC62F53-A70D-4B16-9A03-30183AF98ED5}" destId="{4C9C96DC-BA06-4B0E-9EF3-94EC59162A17}" srcOrd="0" destOrd="0" presId="urn:microsoft.com/office/officeart/2016/7/layout/RepeatingBendingProcessNew"/>
    <dgm:cxn modelId="{02601D63-9B6D-4829-9403-B772245CC64C}" type="presParOf" srcId="{1EA48BB6-51FE-472E-BB2E-C1C1AE8393AA}" destId="{2517287A-30F2-4C3F-A25B-52F25F681772}" srcOrd="14" destOrd="0" presId="urn:microsoft.com/office/officeart/2016/7/layout/RepeatingBendingProcessNew"/>
    <dgm:cxn modelId="{CF27F820-AFCE-4A27-A71B-CD637C3C0ADF}" type="presParOf" srcId="{1EA48BB6-51FE-472E-BB2E-C1C1AE8393AA}" destId="{4A98998A-5186-4E97-9ED9-3E0039FCC86C}" srcOrd="15" destOrd="0" presId="urn:microsoft.com/office/officeart/2016/7/layout/RepeatingBendingProcessNew"/>
    <dgm:cxn modelId="{65F7F71E-3210-47E7-B1CC-8A9B7A5CCD5F}" type="presParOf" srcId="{4A98998A-5186-4E97-9ED9-3E0039FCC86C}" destId="{793B436A-9B02-4BB1-880D-91F1AF258840}" srcOrd="0" destOrd="0" presId="urn:microsoft.com/office/officeart/2016/7/layout/RepeatingBendingProcessNew"/>
    <dgm:cxn modelId="{9BAC023A-B86F-4B93-BF5A-CD59188426C6}" type="presParOf" srcId="{1EA48BB6-51FE-472E-BB2E-C1C1AE8393AA}" destId="{8E913521-5A39-4FEC-BA49-2139F80DC8C3}"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D6721-0397-44E9-9D1D-EB2981EA6C3F}">
      <dsp:nvSpPr>
        <dsp:cNvPr id="0" name=""/>
        <dsp:cNvSpPr/>
      </dsp:nvSpPr>
      <dsp:spPr>
        <a:xfrm>
          <a:off x="343633" y="165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E84C16-19F2-4DD3-BBF3-774F8AE48BBD}">
      <dsp:nvSpPr>
        <dsp:cNvPr id="0" name=""/>
        <dsp:cNvSpPr/>
      </dsp:nvSpPr>
      <dsp:spPr>
        <a:xfrm>
          <a:off x="527200" y="200083"/>
          <a:ext cx="506994" cy="5069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842E74-480C-44B0-B2CF-9C8BEE2EE994}">
      <dsp:nvSpPr>
        <dsp:cNvPr id="0" name=""/>
        <dsp:cNvSpPr/>
      </dsp:nvSpPr>
      <dsp:spPr>
        <a:xfrm>
          <a:off x="1405074" y="165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Problem: Manual, fragmented processes limit reach and impact.</a:t>
          </a:r>
        </a:p>
      </dsp:txBody>
      <dsp:txXfrm>
        <a:off x="1405074" y="16516"/>
        <a:ext cx="2060444" cy="874127"/>
      </dsp:txXfrm>
    </dsp:sp>
    <dsp:sp modelId="{EF5CD21F-2765-4B89-87AB-C95EF7119F33}">
      <dsp:nvSpPr>
        <dsp:cNvPr id="0" name=""/>
        <dsp:cNvSpPr/>
      </dsp:nvSpPr>
      <dsp:spPr>
        <a:xfrm>
          <a:off x="3824535" y="165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A82E58-F503-4AEB-A46F-BCB71B08C7DE}">
      <dsp:nvSpPr>
        <dsp:cNvPr id="0" name=""/>
        <dsp:cNvSpPr/>
      </dsp:nvSpPr>
      <dsp:spPr>
        <a:xfrm>
          <a:off x="4008102" y="200083"/>
          <a:ext cx="506994" cy="5069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63B963-5BE8-4A95-A01A-FA4B2A895412}">
      <dsp:nvSpPr>
        <dsp:cNvPr id="0" name=""/>
        <dsp:cNvSpPr/>
      </dsp:nvSpPr>
      <dsp:spPr>
        <a:xfrm>
          <a:off x="4885976" y="165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Objectives:</a:t>
          </a:r>
        </a:p>
      </dsp:txBody>
      <dsp:txXfrm>
        <a:off x="4885976" y="16516"/>
        <a:ext cx="2060444" cy="874127"/>
      </dsp:txXfrm>
    </dsp:sp>
    <dsp:sp modelId="{A1F5E7E9-1725-43FF-9CD7-4F8D6D261890}">
      <dsp:nvSpPr>
        <dsp:cNvPr id="0" name=""/>
        <dsp:cNvSpPr/>
      </dsp:nvSpPr>
      <dsp:spPr>
        <a:xfrm>
          <a:off x="343633" y="15746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F62E68-0D97-4048-87AD-DECBBDCEAA57}">
      <dsp:nvSpPr>
        <dsp:cNvPr id="0" name=""/>
        <dsp:cNvSpPr/>
      </dsp:nvSpPr>
      <dsp:spPr>
        <a:xfrm>
          <a:off x="527200" y="1758182"/>
          <a:ext cx="506994" cy="5069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6B217D-9E3A-4832-9B03-A1784BE273B7}">
      <dsp:nvSpPr>
        <dsp:cNvPr id="0" name=""/>
        <dsp:cNvSpPr/>
      </dsp:nvSpPr>
      <dsp:spPr>
        <a:xfrm>
          <a:off x="1405074" y="15746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 Digitize training, consultancy, and resource sharing.</a:t>
          </a:r>
        </a:p>
      </dsp:txBody>
      <dsp:txXfrm>
        <a:off x="1405074" y="1574616"/>
        <a:ext cx="2060444" cy="874127"/>
      </dsp:txXfrm>
    </dsp:sp>
    <dsp:sp modelId="{012B6686-EA43-4711-9317-35CF40D9C9A8}">
      <dsp:nvSpPr>
        <dsp:cNvPr id="0" name=""/>
        <dsp:cNvSpPr/>
      </dsp:nvSpPr>
      <dsp:spPr>
        <a:xfrm>
          <a:off x="3824535" y="15746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D7B069-8E0E-4C81-B558-066B4ABDA3C6}">
      <dsp:nvSpPr>
        <dsp:cNvPr id="0" name=""/>
        <dsp:cNvSpPr/>
      </dsp:nvSpPr>
      <dsp:spPr>
        <a:xfrm>
          <a:off x="4008102" y="1758182"/>
          <a:ext cx="506994" cy="5069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CDF82B-CE57-4896-949D-3907B2A28C6F}">
      <dsp:nvSpPr>
        <dsp:cNvPr id="0" name=""/>
        <dsp:cNvSpPr/>
      </dsp:nvSpPr>
      <dsp:spPr>
        <a:xfrm>
          <a:off x="4885976" y="15746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 Centralize all resources in one platform.</a:t>
          </a:r>
        </a:p>
      </dsp:txBody>
      <dsp:txXfrm>
        <a:off x="4885976" y="1574616"/>
        <a:ext cx="2060444" cy="874127"/>
      </dsp:txXfrm>
    </dsp:sp>
    <dsp:sp modelId="{A64D664E-6086-444A-A3CF-A64808E2EDB7}">
      <dsp:nvSpPr>
        <dsp:cNvPr id="0" name=""/>
        <dsp:cNvSpPr/>
      </dsp:nvSpPr>
      <dsp:spPr>
        <a:xfrm>
          <a:off x="343633" y="3132715"/>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135428-9967-42AD-AC4A-0A180E1200E1}">
      <dsp:nvSpPr>
        <dsp:cNvPr id="0" name=""/>
        <dsp:cNvSpPr/>
      </dsp:nvSpPr>
      <dsp:spPr>
        <a:xfrm>
          <a:off x="527200" y="3316282"/>
          <a:ext cx="506994" cy="50699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C28F79-AB5A-46B7-96E8-DCF7CA05D018}">
      <dsp:nvSpPr>
        <dsp:cNvPr id="0" name=""/>
        <dsp:cNvSpPr/>
      </dsp:nvSpPr>
      <dsp:spPr>
        <a:xfrm>
          <a:off x="1405074" y="3132715"/>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 Promote collaboration and learning among CSOs.</a:t>
          </a:r>
        </a:p>
      </dsp:txBody>
      <dsp:txXfrm>
        <a:off x="1405074" y="3132715"/>
        <a:ext cx="2060444" cy="874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15C33-3421-4D1C-BDF1-0E08D231A91C}">
      <dsp:nvSpPr>
        <dsp:cNvPr id="0" name=""/>
        <dsp:cNvSpPr/>
      </dsp:nvSpPr>
      <dsp:spPr>
        <a:xfrm>
          <a:off x="0" y="600"/>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64D563-4098-468B-A377-844013CBFCE4}">
      <dsp:nvSpPr>
        <dsp:cNvPr id="0" name=""/>
        <dsp:cNvSpPr/>
      </dsp:nvSpPr>
      <dsp:spPr>
        <a:xfrm>
          <a:off x="152647" y="114140"/>
          <a:ext cx="277541" cy="27754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3769BA-86DB-4BD1-BD60-727707352A4E}">
      <dsp:nvSpPr>
        <dsp:cNvPr id="0" name=""/>
        <dsp:cNvSpPr/>
      </dsp:nvSpPr>
      <dsp:spPr>
        <a:xfrm>
          <a:off x="582836" y="600"/>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Main Features:</a:t>
          </a:r>
        </a:p>
      </dsp:txBody>
      <dsp:txXfrm>
        <a:off x="582836" y="600"/>
        <a:ext cx="3648644" cy="504620"/>
      </dsp:txXfrm>
    </dsp:sp>
    <dsp:sp modelId="{9CF578A5-F2DD-4B53-885B-39BB0C18925C}">
      <dsp:nvSpPr>
        <dsp:cNvPr id="0" name=""/>
        <dsp:cNvSpPr/>
      </dsp:nvSpPr>
      <dsp:spPr>
        <a:xfrm>
          <a:off x="0" y="631376"/>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E61358-7340-4552-BEA9-B6A09DBC8BF8}">
      <dsp:nvSpPr>
        <dsp:cNvPr id="0" name=""/>
        <dsp:cNvSpPr/>
      </dsp:nvSpPr>
      <dsp:spPr>
        <a:xfrm>
          <a:off x="152647" y="744915"/>
          <a:ext cx="277541" cy="27754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DC4E9D-551A-401E-B92A-902A3E1DD513}">
      <dsp:nvSpPr>
        <dsp:cNvPr id="0" name=""/>
        <dsp:cNvSpPr/>
      </dsp:nvSpPr>
      <dsp:spPr>
        <a:xfrm>
          <a:off x="582836" y="631376"/>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 User roles: Admin, CSO Member, Trainer.</a:t>
          </a:r>
        </a:p>
      </dsp:txBody>
      <dsp:txXfrm>
        <a:off x="582836" y="631376"/>
        <a:ext cx="3648644" cy="504620"/>
      </dsp:txXfrm>
    </dsp:sp>
    <dsp:sp modelId="{1A3A202C-F4E4-4D50-9B01-0920C7CE1AF0}">
      <dsp:nvSpPr>
        <dsp:cNvPr id="0" name=""/>
        <dsp:cNvSpPr/>
      </dsp:nvSpPr>
      <dsp:spPr>
        <a:xfrm>
          <a:off x="0" y="1262151"/>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CC1DAD-01DA-4C9F-85D7-095B5BE6A12C}">
      <dsp:nvSpPr>
        <dsp:cNvPr id="0" name=""/>
        <dsp:cNvSpPr/>
      </dsp:nvSpPr>
      <dsp:spPr>
        <a:xfrm>
          <a:off x="152647" y="1375691"/>
          <a:ext cx="277541" cy="27754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D5633E-3F2C-4B05-A9F1-5F22367C17EB}">
      <dsp:nvSpPr>
        <dsp:cNvPr id="0" name=""/>
        <dsp:cNvSpPr/>
      </dsp:nvSpPr>
      <dsp:spPr>
        <a:xfrm>
          <a:off x="582836" y="1262151"/>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 Online learning: courses and webinars.</a:t>
          </a:r>
        </a:p>
      </dsp:txBody>
      <dsp:txXfrm>
        <a:off x="582836" y="1262151"/>
        <a:ext cx="3648644" cy="504620"/>
      </dsp:txXfrm>
    </dsp:sp>
    <dsp:sp modelId="{6826A537-43EE-4A57-B326-19D30C328352}">
      <dsp:nvSpPr>
        <dsp:cNvPr id="0" name=""/>
        <dsp:cNvSpPr/>
      </dsp:nvSpPr>
      <dsp:spPr>
        <a:xfrm>
          <a:off x="0" y="1892927"/>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7D72DE-C79D-4529-A1DC-D0B257F676EF}">
      <dsp:nvSpPr>
        <dsp:cNvPr id="0" name=""/>
        <dsp:cNvSpPr/>
      </dsp:nvSpPr>
      <dsp:spPr>
        <a:xfrm>
          <a:off x="152647" y="2006466"/>
          <a:ext cx="277541" cy="27754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9DECDF-5C07-47EB-A93E-9BCD52B3DAD9}">
      <dsp:nvSpPr>
        <dsp:cNvPr id="0" name=""/>
        <dsp:cNvSpPr/>
      </dsp:nvSpPr>
      <dsp:spPr>
        <a:xfrm>
          <a:off x="582836" y="1892927"/>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 Resource library for guides and toolkits.</a:t>
          </a:r>
        </a:p>
      </dsp:txBody>
      <dsp:txXfrm>
        <a:off x="582836" y="1892927"/>
        <a:ext cx="3648644" cy="504620"/>
      </dsp:txXfrm>
    </dsp:sp>
    <dsp:sp modelId="{8FA0C44C-0BED-4647-8DA9-2866F138B05C}">
      <dsp:nvSpPr>
        <dsp:cNvPr id="0" name=""/>
        <dsp:cNvSpPr/>
      </dsp:nvSpPr>
      <dsp:spPr>
        <a:xfrm>
          <a:off x="0" y="2523702"/>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740675-2568-4088-BCEE-5495C4522B37}">
      <dsp:nvSpPr>
        <dsp:cNvPr id="0" name=""/>
        <dsp:cNvSpPr/>
      </dsp:nvSpPr>
      <dsp:spPr>
        <a:xfrm>
          <a:off x="152647" y="2637242"/>
          <a:ext cx="277541" cy="27754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867E35-32D7-4F2D-A24D-AB4C6F7308FC}">
      <dsp:nvSpPr>
        <dsp:cNvPr id="0" name=""/>
        <dsp:cNvSpPr/>
      </dsp:nvSpPr>
      <dsp:spPr>
        <a:xfrm>
          <a:off x="582836" y="2523702"/>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 Collaboration hub with forums and chat.</a:t>
          </a:r>
        </a:p>
      </dsp:txBody>
      <dsp:txXfrm>
        <a:off x="582836" y="2523702"/>
        <a:ext cx="3648644" cy="504620"/>
      </dsp:txXfrm>
    </dsp:sp>
    <dsp:sp modelId="{B41BBF22-5D62-4337-95A9-6FD356932F3E}">
      <dsp:nvSpPr>
        <dsp:cNvPr id="0" name=""/>
        <dsp:cNvSpPr/>
      </dsp:nvSpPr>
      <dsp:spPr>
        <a:xfrm>
          <a:off x="0" y="3154477"/>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835876-77CA-4197-9065-1BFDF2909E02}">
      <dsp:nvSpPr>
        <dsp:cNvPr id="0" name=""/>
        <dsp:cNvSpPr/>
      </dsp:nvSpPr>
      <dsp:spPr>
        <a:xfrm>
          <a:off x="152647" y="3268017"/>
          <a:ext cx="277541" cy="27754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F974E9-6CEE-401E-938A-DFB435DF35D7}">
      <dsp:nvSpPr>
        <dsp:cNvPr id="0" name=""/>
        <dsp:cNvSpPr/>
      </dsp:nvSpPr>
      <dsp:spPr>
        <a:xfrm>
          <a:off x="582836" y="3154477"/>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 Consultancy request and tracking system.</a:t>
          </a:r>
        </a:p>
      </dsp:txBody>
      <dsp:txXfrm>
        <a:off x="582836" y="3154477"/>
        <a:ext cx="3648644" cy="504620"/>
      </dsp:txXfrm>
    </dsp:sp>
    <dsp:sp modelId="{A4B0BC62-6EF8-4810-B0BC-8EA20AC06334}">
      <dsp:nvSpPr>
        <dsp:cNvPr id="0" name=""/>
        <dsp:cNvSpPr/>
      </dsp:nvSpPr>
      <dsp:spPr>
        <a:xfrm>
          <a:off x="0" y="3785253"/>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A8AA56-FCE4-4EA1-9B39-AC918DA9EA19}">
      <dsp:nvSpPr>
        <dsp:cNvPr id="0" name=""/>
        <dsp:cNvSpPr/>
      </dsp:nvSpPr>
      <dsp:spPr>
        <a:xfrm>
          <a:off x="152647" y="3898793"/>
          <a:ext cx="277541" cy="277541"/>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998756-C633-4AC8-8B29-52E3376CE126}">
      <dsp:nvSpPr>
        <dsp:cNvPr id="0" name=""/>
        <dsp:cNvSpPr/>
      </dsp:nvSpPr>
      <dsp:spPr>
        <a:xfrm>
          <a:off x="582836" y="3785253"/>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 Analytics dashboard for insights.</a:t>
          </a:r>
        </a:p>
      </dsp:txBody>
      <dsp:txXfrm>
        <a:off x="582836" y="3785253"/>
        <a:ext cx="3648644" cy="504620"/>
      </dsp:txXfrm>
    </dsp:sp>
    <dsp:sp modelId="{79AFD828-8B85-4C28-BE07-7982AF801690}">
      <dsp:nvSpPr>
        <dsp:cNvPr id="0" name=""/>
        <dsp:cNvSpPr/>
      </dsp:nvSpPr>
      <dsp:spPr>
        <a:xfrm>
          <a:off x="0" y="4416028"/>
          <a:ext cx="4231481" cy="5046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CA81C2-DB44-43BD-9B62-1BCAF84776B0}">
      <dsp:nvSpPr>
        <dsp:cNvPr id="0" name=""/>
        <dsp:cNvSpPr/>
      </dsp:nvSpPr>
      <dsp:spPr>
        <a:xfrm>
          <a:off x="152647" y="4529568"/>
          <a:ext cx="277541" cy="277541"/>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C7D2C6-D327-4B0D-9AFB-814FF7523CA0}">
      <dsp:nvSpPr>
        <dsp:cNvPr id="0" name=""/>
        <dsp:cNvSpPr/>
      </dsp:nvSpPr>
      <dsp:spPr>
        <a:xfrm>
          <a:off x="582836" y="4416028"/>
          <a:ext cx="3648644" cy="504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06" tIns="53406" rIns="53406" bIns="53406" numCol="1" spcCol="1270" anchor="ctr" anchorCtr="0">
          <a:noAutofit/>
        </a:bodyPr>
        <a:lstStyle/>
        <a:p>
          <a:pPr marL="0" lvl="0" indent="0" algn="l" defTabSz="666750">
            <a:lnSpc>
              <a:spcPct val="90000"/>
            </a:lnSpc>
            <a:spcBef>
              <a:spcPct val="0"/>
            </a:spcBef>
            <a:spcAft>
              <a:spcPct val="35000"/>
            </a:spcAft>
            <a:buNone/>
          </a:pPr>
          <a:r>
            <a:rPr lang="en-US" sz="1500" kern="1200"/>
            <a:t>Technology: Web-based (e.g., ASP.NET Core + Azure), secure and mobile-friendly.</a:t>
          </a:r>
        </a:p>
      </dsp:txBody>
      <dsp:txXfrm>
        <a:off x="582836" y="4416028"/>
        <a:ext cx="3648644" cy="5046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A01F87-B453-415D-A8A0-CC41A4F87745}">
      <dsp:nvSpPr>
        <dsp:cNvPr id="0" name=""/>
        <dsp:cNvSpPr/>
      </dsp:nvSpPr>
      <dsp:spPr>
        <a:xfrm>
          <a:off x="610482" y="742512"/>
          <a:ext cx="485538" cy="7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35DEC6-7041-4ACB-8722-0B9706089158}">
      <dsp:nvSpPr>
        <dsp:cNvPr id="0" name=""/>
        <dsp:cNvSpPr/>
      </dsp:nvSpPr>
      <dsp:spPr>
        <a:xfrm>
          <a:off x="1125153" y="701763"/>
          <a:ext cx="55836" cy="104873"/>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34DB99-F1FD-473A-B159-6A8502378958}">
      <dsp:nvSpPr>
        <dsp:cNvPr id="0" name=""/>
        <dsp:cNvSpPr/>
      </dsp:nvSpPr>
      <dsp:spPr>
        <a:xfrm>
          <a:off x="341267" y="534025"/>
          <a:ext cx="417046" cy="417046"/>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184" tIns="16184" rIns="16184" bIns="16184" numCol="1" spcCol="1270" anchor="ctr" anchorCtr="0">
          <a:noAutofit/>
        </a:bodyPr>
        <a:lstStyle/>
        <a:p>
          <a:pPr marL="0" lvl="0" indent="0" algn="ctr" defTabSz="933450">
            <a:lnSpc>
              <a:spcPct val="90000"/>
            </a:lnSpc>
            <a:spcBef>
              <a:spcPct val="0"/>
            </a:spcBef>
            <a:spcAft>
              <a:spcPct val="35000"/>
            </a:spcAft>
            <a:buNone/>
          </a:pPr>
          <a:r>
            <a:rPr lang="en-US" sz="2100" kern="1200"/>
            <a:t>1</a:t>
          </a:r>
        </a:p>
      </dsp:txBody>
      <dsp:txXfrm>
        <a:off x="402342" y="595100"/>
        <a:ext cx="294896" cy="294896"/>
      </dsp:txXfrm>
    </dsp:sp>
    <dsp:sp modelId="{DDC21749-8F69-432B-8776-0DB8376F83C0}">
      <dsp:nvSpPr>
        <dsp:cNvPr id="0" name=""/>
        <dsp:cNvSpPr/>
      </dsp:nvSpPr>
      <dsp:spPr>
        <a:xfrm>
          <a:off x="3559" y="1116669"/>
          <a:ext cx="109246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175" tIns="165100" rIns="86175" bIns="165100" numCol="1" spcCol="1270" anchor="t" anchorCtr="0">
          <a:noAutofit/>
        </a:bodyPr>
        <a:lstStyle/>
        <a:p>
          <a:pPr marL="0" lvl="0" indent="0" algn="l" defTabSz="488950">
            <a:lnSpc>
              <a:spcPct val="90000"/>
            </a:lnSpc>
            <a:spcBef>
              <a:spcPct val="0"/>
            </a:spcBef>
            <a:spcAft>
              <a:spcPct val="35000"/>
            </a:spcAft>
            <a:buNone/>
          </a:pPr>
          <a:r>
            <a:rPr lang="en-US" sz="1100" kern="1200"/>
            <a:t>1. Planning: Gather requirements, design UI/UX.</a:t>
          </a:r>
        </a:p>
      </dsp:txBody>
      <dsp:txXfrm>
        <a:off x="3559" y="1335161"/>
        <a:ext cx="1092461" cy="1747108"/>
      </dsp:txXfrm>
    </dsp:sp>
    <dsp:sp modelId="{D62EF599-3DED-4378-A2BD-0ADBD8851708}">
      <dsp:nvSpPr>
        <dsp:cNvPr id="0" name=""/>
        <dsp:cNvSpPr/>
      </dsp:nvSpPr>
      <dsp:spPr>
        <a:xfrm>
          <a:off x="1217405" y="742510"/>
          <a:ext cx="1092461" cy="7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B78E61-91D7-4236-B59F-B72073661B6C}">
      <dsp:nvSpPr>
        <dsp:cNvPr id="0" name=""/>
        <dsp:cNvSpPr/>
      </dsp:nvSpPr>
      <dsp:spPr>
        <a:xfrm>
          <a:off x="2338999" y="701761"/>
          <a:ext cx="55836" cy="104875"/>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213FFB-DF7E-4023-9977-AC0E225F2787}">
      <dsp:nvSpPr>
        <dsp:cNvPr id="0" name=""/>
        <dsp:cNvSpPr/>
      </dsp:nvSpPr>
      <dsp:spPr>
        <a:xfrm>
          <a:off x="1555113" y="534023"/>
          <a:ext cx="417046" cy="417046"/>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184" tIns="16184" rIns="16184" bIns="16184" numCol="1" spcCol="1270" anchor="ctr" anchorCtr="0">
          <a:noAutofit/>
        </a:bodyPr>
        <a:lstStyle/>
        <a:p>
          <a:pPr marL="0" lvl="0" indent="0" algn="ctr" defTabSz="933450">
            <a:lnSpc>
              <a:spcPct val="90000"/>
            </a:lnSpc>
            <a:spcBef>
              <a:spcPct val="0"/>
            </a:spcBef>
            <a:spcAft>
              <a:spcPct val="35000"/>
            </a:spcAft>
            <a:buNone/>
          </a:pPr>
          <a:r>
            <a:rPr lang="en-US" sz="2100" kern="1200"/>
            <a:t>2</a:t>
          </a:r>
        </a:p>
      </dsp:txBody>
      <dsp:txXfrm>
        <a:off x="1616188" y="595098"/>
        <a:ext cx="294896" cy="294896"/>
      </dsp:txXfrm>
    </dsp:sp>
    <dsp:sp modelId="{B9133E85-08C3-405A-919D-6684A0316D7C}">
      <dsp:nvSpPr>
        <dsp:cNvPr id="0" name=""/>
        <dsp:cNvSpPr/>
      </dsp:nvSpPr>
      <dsp:spPr>
        <a:xfrm>
          <a:off x="1217405" y="1116669"/>
          <a:ext cx="109246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175" tIns="165100" rIns="86175" bIns="165100" numCol="1" spcCol="1270" anchor="t" anchorCtr="0">
          <a:noAutofit/>
        </a:bodyPr>
        <a:lstStyle/>
        <a:p>
          <a:pPr marL="0" lvl="0" indent="0" algn="l" defTabSz="488950">
            <a:lnSpc>
              <a:spcPct val="90000"/>
            </a:lnSpc>
            <a:spcBef>
              <a:spcPct val="0"/>
            </a:spcBef>
            <a:spcAft>
              <a:spcPct val="35000"/>
            </a:spcAft>
            <a:buNone/>
          </a:pPr>
          <a:r>
            <a:rPr lang="en-US" sz="1100" kern="1200"/>
            <a:t>2. Development: Build core modules.</a:t>
          </a:r>
        </a:p>
      </dsp:txBody>
      <dsp:txXfrm>
        <a:off x="1217405" y="1335161"/>
        <a:ext cx="1092461" cy="1747108"/>
      </dsp:txXfrm>
    </dsp:sp>
    <dsp:sp modelId="{AC0222F6-DD63-4EBD-8B8D-ECF3F303FA3C}">
      <dsp:nvSpPr>
        <dsp:cNvPr id="0" name=""/>
        <dsp:cNvSpPr/>
      </dsp:nvSpPr>
      <dsp:spPr>
        <a:xfrm>
          <a:off x="2431252" y="742510"/>
          <a:ext cx="1092461" cy="7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1B0E58-A31F-4ABD-911B-09B59B12678D}">
      <dsp:nvSpPr>
        <dsp:cNvPr id="0" name=""/>
        <dsp:cNvSpPr/>
      </dsp:nvSpPr>
      <dsp:spPr>
        <a:xfrm>
          <a:off x="3552846" y="701760"/>
          <a:ext cx="55836" cy="104876"/>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2C028B-430B-4A0D-A908-71A604BAAD0E}">
      <dsp:nvSpPr>
        <dsp:cNvPr id="0" name=""/>
        <dsp:cNvSpPr/>
      </dsp:nvSpPr>
      <dsp:spPr>
        <a:xfrm>
          <a:off x="2768959" y="534023"/>
          <a:ext cx="417046" cy="417046"/>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184" tIns="16184" rIns="16184" bIns="16184" numCol="1" spcCol="1270" anchor="ctr" anchorCtr="0">
          <a:noAutofit/>
        </a:bodyPr>
        <a:lstStyle/>
        <a:p>
          <a:pPr marL="0" lvl="0" indent="0" algn="ctr" defTabSz="933450">
            <a:lnSpc>
              <a:spcPct val="90000"/>
            </a:lnSpc>
            <a:spcBef>
              <a:spcPct val="0"/>
            </a:spcBef>
            <a:spcAft>
              <a:spcPct val="35000"/>
            </a:spcAft>
            <a:buNone/>
          </a:pPr>
          <a:r>
            <a:rPr lang="en-US" sz="2100" kern="1200"/>
            <a:t>3</a:t>
          </a:r>
        </a:p>
      </dsp:txBody>
      <dsp:txXfrm>
        <a:off x="2830034" y="595098"/>
        <a:ext cx="294896" cy="294896"/>
      </dsp:txXfrm>
    </dsp:sp>
    <dsp:sp modelId="{3082F69F-D695-42A3-BA34-96EA1C792AC8}">
      <dsp:nvSpPr>
        <dsp:cNvPr id="0" name=""/>
        <dsp:cNvSpPr/>
      </dsp:nvSpPr>
      <dsp:spPr>
        <a:xfrm>
          <a:off x="2431252" y="1116669"/>
          <a:ext cx="109246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175" tIns="165100" rIns="86175" bIns="165100" numCol="1" spcCol="1270" anchor="t" anchorCtr="0">
          <a:noAutofit/>
        </a:bodyPr>
        <a:lstStyle/>
        <a:p>
          <a:pPr marL="0" lvl="0" indent="0" algn="l" defTabSz="488950">
            <a:lnSpc>
              <a:spcPct val="90000"/>
            </a:lnSpc>
            <a:spcBef>
              <a:spcPct val="0"/>
            </a:spcBef>
            <a:spcAft>
              <a:spcPct val="35000"/>
            </a:spcAft>
            <a:buNone/>
          </a:pPr>
          <a:r>
            <a:rPr lang="en-US" sz="1100" kern="1200"/>
            <a:t>3. Testing: User acceptance and feedback.</a:t>
          </a:r>
        </a:p>
      </dsp:txBody>
      <dsp:txXfrm>
        <a:off x="2431252" y="1335161"/>
        <a:ext cx="1092461" cy="1747108"/>
      </dsp:txXfrm>
    </dsp:sp>
    <dsp:sp modelId="{4C0D49BD-EEB7-45B3-8E3C-49DF4996A7A0}">
      <dsp:nvSpPr>
        <dsp:cNvPr id="0" name=""/>
        <dsp:cNvSpPr/>
      </dsp:nvSpPr>
      <dsp:spPr>
        <a:xfrm>
          <a:off x="3645098" y="742510"/>
          <a:ext cx="1092461" cy="7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9449C5-68C0-41DD-9D8B-364EAD8689C4}">
      <dsp:nvSpPr>
        <dsp:cNvPr id="0" name=""/>
        <dsp:cNvSpPr/>
      </dsp:nvSpPr>
      <dsp:spPr>
        <a:xfrm>
          <a:off x="4766692" y="701760"/>
          <a:ext cx="55836" cy="104876"/>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4EA7E74-ADDA-46E3-9527-E12BAFBA264C}">
      <dsp:nvSpPr>
        <dsp:cNvPr id="0" name=""/>
        <dsp:cNvSpPr/>
      </dsp:nvSpPr>
      <dsp:spPr>
        <a:xfrm>
          <a:off x="3982806" y="534022"/>
          <a:ext cx="417046" cy="417046"/>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184" tIns="16184" rIns="16184" bIns="16184" numCol="1" spcCol="1270" anchor="ctr" anchorCtr="0">
          <a:noAutofit/>
        </a:bodyPr>
        <a:lstStyle/>
        <a:p>
          <a:pPr marL="0" lvl="0" indent="0" algn="ctr" defTabSz="933450">
            <a:lnSpc>
              <a:spcPct val="90000"/>
            </a:lnSpc>
            <a:spcBef>
              <a:spcPct val="0"/>
            </a:spcBef>
            <a:spcAft>
              <a:spcPct val="35000"/>
            </a:spcAft>
            <a:buNone/>
          </a:pPr>
          <a:r>
            <a:rPr lang="en-US" sz="2100" kern="1200"/>
            <a:t>4</a:t>
          </a:r>
        </a:p>
      </dsp:txBody>
      <dsp:txXfrm>
        <a:off x="4043881" y="595097"/>
        <a:ext cx="294896" cy="294896"/>
      </dsp:txXfrm>
    </dsp:sp>
    <dsp:sp modelId="{8E82C2B4-BA21-4891-A19B-9C5D54C9ADC6}">
      <dsp:nvSpPr>
        <dsp:cNvPr id="0" name=""/>
        <dsp:cNvSpPr/>
      </dsp:nvSpPr>
      <dsp:spPr>
        <a:xfrm>
          <a:off x="3645098" y="1116669"/>
          <a:ext cx="109246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175" tIns="165100" rIns="86175" bIns="165100" numCol="1" spcCol="1270" anchor="t" anchorCtr="0">
          <a:noAutofit/>
        </a:bodyPr>
        <a:lstStyle/>
        <a:p>
          <a:pPr marL="0" lvl="0" indent="0" algn="l" defTabSz="488950">
            <a:lnSpc>
              <a:spcPct val="90000"/>
            </a:lnSpc>
            <a:spcBef>
              <a:spcPct val="0"/>
            </a:spcBef>
            <a:spcAft>
              <a:spcPct val="35000"/>
            </a:spcAft>
            <a:buNone/>
          </a:pPr>
          <a:r>
            <a:rPr lang="en-US" sz="1100" kern="1200"/>
            <a:t>4. Deployment: Go live and train users.</a:t>
          </a:r>
        </a:p>
      </dsp:txBody>
      <dsp:txXfrm>
        <a:off x="3645098" y="1335161"/>
        <a:ext cx="1092461" cy="1747108"/>
      </dsp:txXfrm>
    </dsp:sp>
    <dsp:sp modelId="{DD9D4036-334C-46AD-ADCF-654BF6716B3A}">
      <dsp:nvSpPr>
        <dsp:cNvPr id="0" name=""/>
        <dsp:cNvSpPr/>
      </dsp:nvSpPr>
      <dsp:spPr>
        <a:xfrm>
          <a:off x="4858944" y="742510"/>
          <a:ext cx="1092461" cy="7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1A79394-CF13-4CB4-A109-B69CAC7253CB}">
      <dsp:nvSpPr>
        <dsp:cNvPr id="0" name=""/>
        <dsp:cNvSpPr/>
      </dsp:nvSpPr>
      <dsp:spPr>
        <a:xfrm>
          <a:off x="5980538" y="701760"/>
          <a:ext cx="55836" cy="104876"/>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877C9E2-9338-49C1-AEC5-E137DD688729}">
      <dsp:nvSpPr>
        <dsp:cNvPr id="0" name=""/>
        <dsp:cNvSpPr/>
      </dsp:nvSpPr>
      <dsp:spPr>
        <a:xfrm>
          <a:off x="5196652" y="534022"/>
          <a:ext cx="417046" cy="417046"/>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184" tIns="16184" rIns="16184" bIns="16184" numCol="1" spcCol="1270" anchor="ctr" anchorCtr="0">
          <a:noAutofit/>
        </a:bodyPr>
        <a:lstStyle/>
        <a:p>
          <a:pPr marL="0" lvl="0" indent="0" algn="ctr" defTabSz="933450">
            <a:lnSpc>
              <a:spcPct val="90000"/>
            </a:lnSpc>
            <a:spcBef>
              <a:spcPct val="0"/>
            </a:spcBef>
            <a:spcAft>
              <a:spcPct val="35000"/>
            </a:spcAft>
            <a:buNone/>
          </a:pPr>
          <a:r>
            <a:rPr lang="en-US" sz="2100" kern="1200"/>
            <a:t>5</a:t>
          </a:r>
        </a:p>
      </dsp:txBody>
      <dsp:txXfrm>
        <a:off x="5257727" y="595097"/>
        <a:ext cx="294896" cy="294896"/>
      </dsp:txXfrm>
    </dsp:sp>
    <dsp:sp modelId="{2CA5F945-2C18-4636-AC3F-C076A262DEBD}">
      <dsp:nvSpPr>
        <dsp:cNvPr id="0" name=""/>
        <dsp:cNvSpPr/>
      </dsp:nvSpPr>
      <dsp:spPr>
        <a:xfrm>
          <a:off x="4858944" y="1116669"/>
          <a:ext cx="109246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175" tIns="165100" rIns="86175" bIns="165100" numCol="1" spcCol="1270" anchor="t" anchorCtr="0">
          <a:noAutofit/>
        </a:bodyPr>
        <a:lstStyle/>
        <a:p>
          <a:pPr marL="0" lvl="0" indent="0" algn="l" defTabSz="488950">
            <a:lnSpc>
              <a:spcPct val="90000"/>
            </a:lnSpc>
            <a:spcBef>
              <a:spcPct val="0"/>
            </a:spcBef>
            <a:spcAft>
              <a:spcPct val="35000"/>
            </a:spcAft>
            <a:buNone/>
          </a:pPr>
          <a:r>
            <a:rPr lang="en-US" sz="1100" kern="1200"/>
            <a:t>5. Maintenance: Continuous updates and support.</a:t>
          </a:r>
        </a:p>
      </dsp:txBody>
      <dsp:txXfrm>
        <a:off x="4858944" y="1335161"/>
        <a:ext cx="1092461" cy="1747108"/>
      </dsp:txXfrm>
    </dsp:sp>
    <dsp:sp modelId="{109E0BD8-E630-4BC3-AFF9-8FD1F5AB4361}">
      <dsp:nvSpPr>
        <dsp:cNvPr id="0" name=""/>
        <dsp:cNvSpPr/>
      </dsp:nvSpPr>
      <dsp:spPr>
        <a:xfrm>
          <a:off x="6072791" y="742509"/>
          <a:ext cx="546230" cy="7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E8A28D-C191-4A27-A40D-4BB0FB348AA9}">
      <dsp:nvSpPr>
        <dsp:cNvPr id="0" name=""/>
        <dsp:cNvSpPr/>
      </dsp:nvSpPr>
      <dsp:spPr>
        <a:xfrm>
          <a:off x="6410498" y="534022"/>
          <a:ext cx="417046" cy="417046"/>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184" tIns="16184" rIns="16184" bIns="16184" numCol="1" spcCol="1270" anchor="ctr" anchorCtr="0">
          <a:noAutofit/>
        </a:bodyPr>
        <a:lstStyle/>
        <a:p>
          <a:pPr marL="0" lvl="0" indent="0" algn="ctr" defTabSz="933450">
            <a:lnSpc>
              <a:spcPct val="90000"/>
            </a:lnSpc>
            <a:spcBef>
              <a:spcPct val="0"/>
            </a:spcBef>
            <a:spcAft>
              <a:spcPct val="35000"/>
            </a:spcAft>
            <a:buNone/>
          </a:pPr>
          <a:r>
            <a:rPr lang="en-US" sz="2100" kern="1200"/>
            <a:t>6</a:t>
          </a:r>
        </a:p>
      </dsp:txBody>
      <dsp:txXfrm>
        <a:off x="6471573" y="595097"/>
        <a:ext cx="294896" cy="294896"/>
      </dsp:txXfrm>
    </dsp:sp>
    <dsp:sp modelId="{06A09160-4ADA-412A-8928-576F52308102}">
      <dsp:nvSpPr>
        <dsp:cNvPr id="0" name=""/>
        <dsp:cNvSpPr/>
      </dsp:nvSpPr>
      <dsp:spPr>
        <a:xfrm>
          <a:off x="6072791" y="1116669"/>
          <a:ext cx="109246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175" tIns="165100" rIns="86175" bIns="165100" numCol="1" spcCol="1270" anchor="t" anchorCtr="0">
          <a:noAutofit/>
        </a:bodyPr>
        <a:lstStyle/>
        <a:p>
          <a:pPr marL="0" lvl="0" indent="0" algn="l" defTabSz="488950">
            <a:lnSpc>
              <a:spcPct val="90000"/>
            </a:lnSpc>
            <a:spcBef>
              <a:spcPct val="0"/>
            </a:spcBef>
            <a:spcAft>
              <a:spcPct val="35000"/>
            </a:spcAft>
            <a:buNone/>
          </a:pPr>
          <a:r>
            <a:rPr lang="en-US" sz="1100" kern="1200"/>
            <a:t>Timeline: 9 months (plus ongoing maintenance).</a:t>
          </a:r>
        </a:p>
      </dsp:txBody>
      <dsp:txXfrm>
        <a:off x="6072791" y="1335161"/>
        <a:ext cx="1092461" cy="17471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F005D-5722-485D-B0C8-6EDDDD36EEF8}">
      <dsp:nvSpPr>
        <dsp:cNvPr id="0" name=""/>
        <dsp:cNvSpPr/>
      </dsp:nvSpPr>
      <dsp:spPr>
        <a:xfrm>
          <a:off x="247818" y="788330"/>
          <a:ext cx="769886" cy="76988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DF7201-B571-4C74-B1D0-8C4BD438326C}">
      <dsp:nvSpPr>
        <dsp:cNvPr id="0" name=""/>
        <dsp:cNvSpPr/>
      </dsp:nvSpPr>
      <dsp:spPr>
        <a:xfrm>
          <a:off x="411892" y="952404"/>
          <a:ext cx="441738" cy="4417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942898-43E6-46DC-B4D4-E20446D9A8D3}">
      <dsp:nvSpPr>
        <dsp:cNvPr id="0" name=""/>
        <dsp:cNvSpPr/>
      </dsp:nvSpPr>
      <dsp:spPr>
        <a:xfrm>
          <a:off x="1707" y="1798017"/>
          <a:ext cx="1262109" cy="50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Each team member’s role:</a:t>
          </a:r>
        </a:p>
      </dsp:txBody>
      <dsp:txXfrm>
        <a:off x="1707" y="1798017"/>
        <a:ext cx="1262109" cy="504843"/>
      </dsp:txXfrm>
    </dsp:sp>
    <dsp:sp modelId="{06A3E26F-E5C2-49C0-8373-8E19529C8E07}">
      <dsp:nvSpPr>
        <dsp:cNvPr id="0" name=""/>
        <dsp:cNvSpPr/>
      </dsp:nvSpPr>
      <dsp:spPr>
        <a:xfrm>
          <a:off x="1730797" y="788330"/>
          <a:ext cx="769886" cy="76988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A23E3C-F726-4494-801E-1F1CB4AD6C62}">
      <dsp:nvSpPr>
        <dsp:cNvPr id="0" name=""/>
        <dsp:cNvSpPr/>
      </dsp:nvSpPr>
      <dsp:spPr>
        <a:xfrm>
          <a:off x="1894871" y="952404"/>
          <a:ext cx="441738" cy="4417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6CDF8E-F73C-4AA4-88F5-479F1EF4F502}">
      <dsp:nvSpPr>
        <dsp:cNvPr id="0" name=""/>
        <dsp:cNvSpPr/>
      </dsp:nvSpPr>
      <dsp:spPr>
        <a:xfrm>
          <a:off x="1484685" y="1798017"/>
          <a:ext cx="1262109" cy="50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Member 1: Project coordination &amp; documentation.</a:t>
          </a:r>
        </a:p>
      </dsp:txBody>
      <dsp:txXfrm>
        <a:off x="1484685" y="1798017"/>
        <a:ext cx="1262109" cy="504843"/>
      </dsp:txXfrm>
    </dsp:sp>
    <dsp:sp modelId="{1CCB9248-2DD6-4CE0-A14E-270A552E4C10}">
      <dsp:nvSpPr>
        <dsp:cNvPr id="0" name=""/>
        <dsp:cNvSpPr/>
      </dsp:nvSpPr>
      <dsp:spPr>
        <a:xfrm>
          <a:off x="3213775" y="788330"/>
          <a:ext cx="769886" cy="76988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C4C907-58C9-4848-B7D6-322802BE0103}">
      <dsp:nvSpPr>
        <dsp:cNvPr id="0" name=""/>
        <dsp:cNvSpPr/>
      </dsp:nvSpPr>
      <dsp:spPr>
        <a:xfrm>
          <a:off x="3377849" y="952404"/>
          <a:ext cx="441738" cy="4417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E39927-484B-41CD-B2F5-CDF70CA42AA5}">
      <dsp:nvSpPr>
        <dsp:cNvPr id="0" name=""/>
        <dsp:cNvSpPr/>
      </dsp:nvSpPr>
      <dsp:spPr>
        <a:xfrm>
          <a:off x="2967664" y="1798017"/>
          <a:ext cx="1262109" cy="50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Member 2: Platform design and layout.</a:t>
          </a:r>
        </a:p>
      </dsp:txBody>
      <dsp:txXfrm>
        <a:off x="2967664" y="1798017"/>
        <a:ext cx="1262109" cy="504843"/>
      </dsp:txXfrm>
    </dsp:sp>
    <dsp:sp modelId="{34CA43DF-0AD7-4066-93C0-837CF1EFFDFE}">
      <dsp:nvSpPr>
        <dsp:cNvPr id="0" name=""/>
        <dsp:cNvSpPr/>
      </dsp:nvSpPr>
      <dsp:spPr>
        <a:xfrm>
          <a:off x="247818" y="2618388"/>
          <a:ext cx="769886" cy="76988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2E7F2A-2D88-4B74-8343-0CC72D997757}">
      <dsp:nvSpPr>
        <dsp:cNvPr id="0" name=""/>
        <dsp:cNvSpPr/>
      </dsp:nvSpPr>
      <dsp:spPr>
        <a:xfrm>
          <a:off x="411892" y="2782462"/>
          <a:ext cx="441738" cy="4417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42EAD0-FC03-4B21-AA4E-496B99192AF7}">
      <dsp:nvSpPr>
        <dsp:cNvPr id="0" name=""/>
        <dsp:cNvSpPr/>
      </dsp:nvSpPr>
      <dsp:spPr>
        <a:xfrm>
          <a:off x="1707" y="3628076"/>
          <a:ext cx="1262109" cy="50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Member 3: Backend development and database setup.</a:t>
          </a:r>
        </a:p>
      </dsp:txBody>
      <dsp:txXfrm>
        <a:off x="1707" y="3628076"/>
        <a:ext cx="1262109" cy="504843"/>
      </dsp:txXfrm>
    </dsp:sp>
    <dsp:sp modelId="{F1DE697D-9026-41C8-998A-C7B9C48A90CB}">
      <dsp:nvSpPr>
        <dsp:cNvPr id="0" name=""/>
        <dsp:cNvSpPr/>
      </dsp:nvSpPr>
      <dsp:spPr>
        <a:xfrm>
          <a:off x="1730797" y="2618388"/>
          <a:ext cx="769886" cy="76988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16B51C-1130-471D-9DC1-A3DD2D467942}">
      <dsp:nvSpPr>
        <dsp:cNvPr id="0" name=""/>
        <dsp:cNvSpPr/>
      </dsp:nvSpPr>
      <dsp:spPr>
        <a:xfrm>
          <a:off x="1894871" y="2782462"/>
          <a:ext cx="441738" cy="44173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12FDBE-F0EE-4F2F-BBA9-A071C3D60F5F}">
      <dsp:nvSpPr>
        <dsp:cNvPr id="0" name=""/>
        <dsp:cNvSpPr/>
      </dsp:nvSpPr>
      <dsp:spPr>
        <a:xfrm>
          <a:off x="1484685" y="3628076"/>
          <a:ext cx="1262109" cy="50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Member 4: Testing and user feedback collection.</a:t>
          </a:r>
        </a:p>
      </dsp:txBody>
      <dsp:txXfrm>
        <a:off x="1484685" y="3628076"/>
        <a:ext cx="1262109" cy="504843"/>
      </dsp:txXfrm>
    </dsp:sp>
    <dsp:sp modelId="{70940DE4-9E48-4AC4-9C31-BF7CDF5DEA28}">
      <dsp:nvSpPr>
        <dsp:cNvPr id="0" name=""/>
        <dsp:cNvSpPr/>
      </dsp:nvSpPr>
      <dsp:spPr>
        <a:xfrm>
          <a:off x="3213775" y="2618388"/>
          <a:ext cx="769886" cy="76988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A30B08-7DDD-48BA-9922-D409637B45BC}">
      <dsp:nvSpPr>
        <dsp:cNvPr id="0" name=""/>
        <dsp:cNvSpPr/>
      </dsp:nvSpPr>
      <dsp:spPr>
        <a:xfrm>
          <a:off x="3377849" y="2782462"/>
          <a:ext cx="441738" cy="44173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46D5D7-281A-43CE-9A10-457A9CE62F52}">
      <dsp:nvSpPr>
        <dsp:cNvPr id="0" name=""/>
        <dsp:cNvSpPr/>
      </dsp:nvSpPr>
      <dsp:spPr>
        <a:xfrm>
          <a:off x="2967664" y="3628076"/>
          <a:ext cx="1262109" cy="50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Member 5: Research and presentation materials.</a:t>
          </a:r>
        </a:p>
      </dsp:txBody>
      <dsp:txXfrm>
        <a:off x="2967664" y="3628076"/>
        <a:ext cx="1262109" cy="5048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7E5C0B-6FA6-4689-8A11-CBC0AA071EFB}">
      <dsp:nvSpPr>
        <dsp:cNvPr id="0" name=""/>
        <dsp:cNvSpPr/>
      </dsp:nvSpPr>
      <dsp:spPr>
        <a:xfrm>
          <a:off x="0" y="1669"/>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538AC7-0A67-4F57-805E-D1008AE9DBEC}">
      <dsp:nvSpPr>
        <dsp:cNvPr id="0" name=""/>
        <dsp:cNvSpPr/>
      </dsp:nvSpPr>
      <dsp:spPr>
        <a:xfrm>
          <a:off x="255971" y="192061"/>
          <a:ext cx="465402" cy="465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801430-C961-48FE-9317-792C43FE47BF}">
      <dsp:nvSpPr>
        <dsp:cNvPr id="0" name=""/>
        <dsp:cNvSpPr/>
      </dsp:nvSpPr>
      <dsp:spPr>
        <a:xfrm>
          <a:off x="977345" y="1669"/>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755650">
            <a:lnSpc>
              <a:spcPct val="90000"/>
            </a:lnSpc>
            <a:spcBef>
              <a:spcPct val="0"/>
            </a:spcBef>
            <a:spcAft>
              <a:spcPct val="35000"/>
            </a:spcAft>
            <a:buNone/>
          </a:pPr>
          <a:r>
            <a:rPr lang="en-GB" sz="1700" b="1" kern="1200">
              <a:hlinkClick xmlns:r="http://schemas.openxmlformats.org/officeDocument/2006/relationships" r:id="rId3"/>
            </a:rPr>
            <a:t>Link To The ERD:</a:t>
          </a:r>
          <a:endParaRPr lang="en-US" sz="1700" kern="1200"/>
        </a:p>
      </dsp:txBody>
      <dsp:txXfrm>
        <a:off x="977345" y="1669"/>
        <a:ext cx="6312851" cy="846186"/>
      </dsp:txXfrm>
    </dsp:sp>
    <dsp:sp modelId="{C94D754B-BBF0-48AE-A9FD-BACF4F2E0A8F}">
      <dsp:nvSpPr>
        <dsp:cNvPr id="0" name=""/>
        <dsp:cNvSpPr/>
      </dsp:nvSpPr>
      <dsp:spPr>
        <a:xfrm>
          <a:off x="0" y="1059402"/>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6EE44D-024C-44DB-A4BF-F73EFA45F56E}">
      <dsp:nvSpPr>
        <dsp:cNvPr id="0" name=""/>
        <dsp:cNvSpPr/>
      </dsp:nvSpPr>
      <dsp:spPr>
        <a:xfrm>
          <a:off x="255971" y="1249794"/>
          <a:ext cx="465402" cy="465402"/>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C0698-4657-4C87-A269-D38B1D733559}">
      <dsp:nvSpPr>
        <dsp:cNvPr id="0" name=""/>
        <dsp:cNvSpPr/>
      </dsp:nvSpPr>
      <dsp:spPr>
        <a:xfrm>
          <a:off x="977345" y="1059402"/>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755650">
            <a:lnSpc>
              <a:spcPct val="90000"/>
            </a:lnSpc>
            <a:spcBef>
              <a:spcPct val="0"/>
            </a:spcBef>
            <a:spcAft>
              <a:spcPct val="35000"/>
            </a:spcAft>
            <a:buNone/>
          </a:pPr>
          <a:r>
            <a:rPr lang="en-GB" sz="1700" b="1" kern="1200"/>
            <a:t>Vertices (Nodes):</a:t>
          </a:r>
          <a:r>
            <a:rPr lang="en-GB" sz="1700" kern="1200"/>
            <a:t> Represent key entities in the system — for example, </a:t>
          </a:r>
          <a:r>
            <a:rPr lang="en-GB" sz="1700" i="1" kern="1200"/>
            <a:t>Users, Courses, Events, Resources, and Forums</a:t>
          </a:r>
          <a:r>
            <a:rPr lang="en-GB" sz="1700" kern="1200"/>
            <a:t>.</a:t>
          </a:r>
          <a:endParaRPr lang="en-US" sz="1700" kern="1200"/>
        </a:p>
      </dsp:txBody>
      <dsp:txXfrm>
        <a:off x="977345" y="1059402"/>
        <a:ext cx="6312851" cy="846186"/>
      </dsp:txXfrm>
    </dsp:sp>
    <dsp:sp modelId="{95ECA681-D78A-4361-88A0-327DF0C2D5AD}">
      <dsp:nvSpPr>
        <dsp:cNvPr id="0" name=""/>
        <dsp:cNvSpPr/>
      </dsp:nvSpPr>
      <dsp:spPr>
        <a:xfrm>
          <a:off x="0" y="2117135"/>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118026-44CA-4359-A654-7F5172BE819E}">
      <dsp:nvSpPr>
        <dsp:cNvPr id="0" name=""/>
        <dsp:cNvSpPr/>
      </dsp:nvSpPr>
      <dsp:spPr>
        <a:xfrm>
          <a:off x="255971" y="2307527"/>
          <a:ext cx="465402" cy="465402"/>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113F14-6647-49F2-814F-2088BC395256}">
      <dsp:nvSpPr>
        <dsp:cNvPr id="0" name=""/>
        <dsp:cNvSpPr/>
      </dsp:nvSpPr>
      <dsp:spPr>
        <a:xfrm>
          <a:off x="977345" y="2117135"/>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755650">
            <a:lnSpc>
              <a:spcPct val="90000"/>
            </a:lnSpc>
            <a:spcBef>
              <a:spcPct val="0"/>
            </a:spcBef>
            <a:spcAft>
              <a:spcPct val="35000"/>
            </a:spcAft>
            <a:buNone/>
          </a:pPr>
          <a:r>
            <a:rPr lang="en-GB" sz="1700" b="1" kern="1200"/>
            <a:t>Edges (Connections):</a:t>
          </a:r>
          <a:r>
            <a:rPr lang="en-GB" sz="1700" kern="1200"/>
            <a:t> Represent the relationships between them — for example, </a:t>
          </a:r>
          <a:r>
            <a:rPr lang="en-GB" sz="1700" i="1" kern="1200"/>
            <a:t>a user registers for a course</a:t>
          </a:r>
          <a:r>
            <a:rPr lang="en-GB" sz="1700" kern="1200"/>
            <a:t>, </a:t>
          </a:r>
          <a:r>
            <a:rPr lang="en-GB" sz="1700" i="1" kern="1200"/>
            <a:t>downloads a resource</a:t>
          </a:r>
          <a:r>
            <a:rPr lang="en-GB" sz="1700" kern="1200"/>
            <a:t>, or </a:t>
          </a:r>
          <a:r>
            <a:rPr lang="en-GB" sz="1700" i="1" kern="1200"/>
            <a:t>posts in a forum</a:t>
          </a:r>
          <a:r>
            <a:rPr lang="en-GB" sz="1700" kern="1200"/>
            <a:t>.</a:t>
          </a:r>
          <a:endParaRPr lang="en-US" sz="1700" kern="1200"/>
        </a:p>
      </dsp:txBody>
      <dsp:txXfrm>
        <a:off x="977345" y="2117135"/>
        <a:ext cx="6312851" cy="846186"/>
      </dsp:txXfrm>
    </dsp:sp>
    <dsp:sp modelId="{BCD8204B-5558-45D8-B92C-06E47C9D9BF8}">
      <dsp:nvSpPr>
        <dsp:cNvPr id="0" name=""/>
        <dsp:cNvSpPr/>
      </dsp:nvSpPr>
      <dsp:spPr>
        <a:xfrm>
          <a:off x="0" y="3174868"/>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60DB5C-ECCD-47FA-B59E-ACC04B94DB1F}">
      <dsp:nvSpPr>
        <dsp:cNvPr id="0" name=""/>
        <dsp:cNvSpPr/>
      </dsp:nvSpPr>
      <dsp:spPr>
        <a:xfrm>
          <a:off x="255971" y="3365260"/>
          <a:ext cx="465402" cy="465402"/>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935D7D-7976-47E9-9B35-E48466EA74AA}">
      <dsp:nvSpPr>
        <dsp:cNvPr id="0" name=""/>
        <dsp:cNvSpPr/>
      </dsp:nvSpPr>
      <dsp:spPr>
        <a:xfrm>
          <a:off x="977345" y="3174868"/>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755650">
            <a:lnSpc>
              <a:spcPct val="90000"/>
            </a:lnSpc>
            <a:spcBef>
              <a:spcPct val="0"/>
            </a:spcBef>
            <a:spcAft>
              <a:spcPct val="35000"/>
            </a:spcAft>
            <a:buNone/>
          </a:pPr>
          <a:r>
            <a:rPr lang="en-GB" sz="1700" kern="1200"/>
            <a:t>Each </a:t>
          </a:r>
          <a:r>
            <a:rPr lang="en-GB" sz="1700" b="1" kern="1200"/>
            <a:t>node</a:t>
          </a:r>
          <a:r>
            <a:rPr lang="en-GB" sz="1700" kern="1200"/>
            <a:t> stores data about that entity, and each </a:t>
          </a:r>
          <a:r>
            <a:rPr lang="en-GB" sz="1700" b="1" kern="1200"/>
            <a:t>edge</a:t>
          </a:r>
          <a:r>
            <a:rPr lang="en-GB" sz="1700" kern="1200"/>
            <a:t> defines a directional or undirected relationship depending on the data context.</a:t>
          </a:r>
          <a:endParaRPr lang="en-US" sz="1700" kern="1200"/>
        </a:p>
      </dsp:txBody>
      <dsp:txXfrm>
        <a:off x="977345" y="3174868"/>
        <a:ext cx="6312851" cy="8461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0FEDC7-36F9-473B-B924-5F2FAF9EFAB5}">
      <dsp:nvSpPr>
        <dsp:cNvPr id="0" name=""/>
        <dsp:cNvSpPr/>
      </dsp:nvSpPr>
      <dsp:spPr>
        <a:xfrm>
          <a:off x="0" y="6239"/>
          <a:ext cx="7290197" cy="7783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12AD0-CDDA-4E7E-88F8-E38C5242427B}">
      <dsp:nvSpPr>
        <dsp:cNvPr id="0" name=""/>
        <dsp:cNvSpPr/>
      </dsp:nvSpPr>
      <dsp:spPr>
        <a:xfrm>
          <a:off x="235453" y="181369"/>
          <a:ext cx="428096" cy="4280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2BBEAF-8F3C-4090-ACDE-B3CA844BD800}">
      <dsp:nvSpPr>
        <dsp:cNvPr id="0" name=""/>
        <dsp:cNvSpPr/>
      </dsp:nvSpPr>
      <dsp:spPr>
        <a:xfrm>
          <a:off x="899002" y="6239"/>
          <a:ext cx="6390315" cy="778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376" tIns="82376" rIns="82376" bIns="82376" numCol="1" spcCol="1270" anchor="ctr" anchorCtr="0">
          <a:noAutofit/>
        </a:bodyPr>
        <a:lstStyle/>
        <a:p>
          <a:pPr marL="0" lvl="0" indent="0" algn="l" defTabSz="711200">
            <a:lnSpc>
              <a:spcPct val="90000"/>
            </a:lnSpc>
            <a:spcBef>
              <a:spcPct val="0"/>
            </a:spcBef>
            <a:spcAft>
              <a:spcPct val="35000"/>
            </a:spcAft>
            <a:buNone/>
          </a:pPr>
          <a:r>
            <a:rPr lang="en-GB" sz="1600" kern="1200"/>
            <a:t>The </a:t>
          </a:r>
          <a:r>
            <a:rPr lang="en-GB" sz="1600" b="1" kern="1200"/>
            <a:t>Farm Node</a:t>
          </a:r>
          <a:r>
            <a:rPr lang="en-GB" sz="1600" kern="1200"/>
            <a:t> at the centre (if your graph uses that analogy) represents the </a:t>
          </a:r>
          <a:r>
            <a:rPr lang="en-GB" sz="1600" b="1" kern="1200"/>
            <a:t>main system root</a:t>
          </a:r>
          <a:r>
            <a:rPr lang="en-GB" sz="1600" kern="1200"/>
            <a:t> — UnganaConnect itself.</a:t>
          </a:r>
          <a:endParaRPr lang="en-US" sz="1600" kern="1200"/>
        </a:p>
      </dsp:txBody>
      <dsp:txXfrm>
        <a:off x="899002" y="6239"/>
        <a:ext cx="6390315" cy="778357"/>
      </dsp:txXfrm>
    </dsp:sp>
    <dsp:sp modelId="{FF83265E-A8B2-4F10-AA1B-43D24CE1B1B6}">
      <dsp:nvSpPr>
        <dsp:cNvPr id="0" name=""/>
        <dsp:cNvSpPr/>
      </dsp:nvSpPr>
      <dsp:spPr>
        <a:xfrm>
          <a:off x="0" y="979186"/>
          <a:ext cx="7290197" cy="7783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C75832-394D-4482-B945-D3F18C6AC5AB}">
      <dsp:nvSpPr>
        <dsp:cNvPr id="0" name=""/>
        <dsp:cNvSpPr/>
      </dsp:nvSpPr>
      <dsp:spPr>
        <a:xfrm>
          <a:off x="235453" y="1154316"/>
          <a:ext cx="428096" cy="4280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D99F15-7090-4989-82D7-206B5380F23F}">
      <dsp:nvSpPr>
        <dsp:cNvPr id="0" name=""/>
        <dsp:cNvSpPr/>
      </dsp:nvSpPr>
      <dsp:spPr>
        <a:xfrm>
          <a:off x="899002" y="979186"/>
          <a:ext cx="6390315" cy="778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376" tIns="82376" rIns="82376" bIns="82376" numCol="1" spcCol="1270" anchor="ctr" anchorCtr="0">
          <a:noAutofit/>
        </a:bodyPr>
        <a:lstStyle/>
        <a:p>
          <a:pPr marL="0" lvl="0" indent="0" algn="l" defTabSz="711200">
            <a:lnSpc>
              <a:spcPct val="90000"/>
            </a:lnSpc>
            <a:spcBef>
              <a:spcPct val="0"/>
            </a:spcBef>
            <a:spcAft>
              <a:spcPct val="35000"/>
            </a:spcAft>
            <a:buNone/>
          </a:pPr>
          <a:r>
            <a:rPr lang="en-GB" sz="1600" b="1" kern="1200" dirty="0"/>
            <a:t>Sub-nodes</a:t>
          </a:r>
          <a:r>
            <a:rPr lang="en-GB" sz="1600" kern="1200" dirty="0"/>
            <a:t> like </a:t>
          </a:r>
          <a:r>
            <a:rPr lang="en-GB" sz="1600" i="1" kern="1200" dirty="0"/>
            <a:t>Training Portal</a:t>
          </a:r>
          <a:r>
            <a:rPr lang="en-GB" sz="1600" kern="1200" dirty="0"/>
            <a:t>, </a:t>
          </a:r>
          <a:r>
            <a:rPr lang="en-GB" sz="1600" i="1" kern="1200" dirty="0"/>
            <a:t>Knowledge Repository</a:t>
          </a:r>
          <a:r>
            <a:rPr lang="en-GB" sz="1600" kern="1200" dirty="0"/>
            <a:t>, </a:t>
          </a:r>
          <a:r>
            <a:rPr lang="en-GB" sz="1600" i="1" kern="1200" dirty="0"/>
            <a:t>Consultancy System</a:t>
          </a:r>
          <a:r>
            <a:rPr lang="en-GB" sz="1600" kern="1200" dirty="0"/>
            <a:t>, </a:t>
          </a:r>
          <a:r>
            <a:rPr lang="en-GB" sz="1600" i="1" kern="1200" dirty="0"/>
            <a:t>Event Management</a:t>
          </a:r>
          <a:r>
            <a:rPr lang="en-GB" sz="1600" kern="1200" dirty="0"/>
            <a:t>, </a:t>
          </a:r>
          <a:r>
            <a:rPr lang="en-GB" sz="1600" i="1" kern="1200" dirty="0"/>
            <a:t>Community Forum</a:t>
          </a:r>
          <a:r>
            <a:rPr lang="en-GB" sz="1600" kern="1200" dirty="0"/>
            <a:t>, and </a:t>
          </a:r>
          <a:r>
            <a:rPr lang="en-GB" sz="1600" i="1" kern="1200" dirty="0"/>
            <a:t>Impact Dashboard</a:t>
          </a:r>
          <a:r>
            <a:rPr lang="en-GB" sz="1600" kern="1200" dirty="0"/>
            <a:t> branch from it.</a:t>
          </a:r>
          <a:endParaRPr lang="en-US" sz="1600" kern="1200" dirty="0"/>
        </a:p>
      </dsp:txBody>
      <dsp:txXfrm>
        <a:off x="899002" y="979186"/>
        <a:ext cx="6390315" cy="778357"/>
      </dsp:txXfrm>
    </dsp:sp>
    <dsp:sp modelId="{EC7ED746-4879-494E-90E5-E5FA2C8AA5AC}">
      <dsp:nvSpPr>
        <dsp:cNvPr id="0" name=""/>
        <dsp:cNvSpPr/>
      </dsp:nvSpPr>
      <dsp:spPr>
        <a:xfrm>
          <a:off x="0" y="1952132"/>
          <a:ext cx="7290197" cy="186037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CAC40-3DE7-4537-B185-7F5FA9A6D7E0}">
      <dsp:nvSpPr>
        <dsp:cNvPr id="0" name=""/>
        <dsp:cNvSpPr/>
      </dsp:nvSpPr>
      <dsp:spPr>
        <a:xfrm>
          <a:off x="235453" y="2668272"/>
          <a:ext cx="428096" cy="4280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F71599-CE0F-4455-AAC6-A99F16C71A7D}">
      <dsp:nvSpPr>
        <dsp:cNvPr id="0" name=""/>
        <dsp:cNvSpPr/>
      </dsp:nvSpPr>
      <dsp:spPr>
        <a:xfrm>
          <a:off x="899002" y="2493141"/>
          <a:ext cx="3280588" cy="778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376" tIns="82376" rIns="82376" bIns="82376" numCol="1" spcCol="1270" anchor="ctr" anchorCtr="0">
          <a:noAutofit/>
        </a:bodyPr>
        <a:lstStyle/>
        <a:p>
          <a:pPr marL="0" lvl="0" indent="0" algn="l" defTabSz="711200">
            <a:lnSpc>
              <a:spcPct val="90000"/>
            </a:lnSpc>
            <a:spcBef>
              <a:spcPct val="0"/>
            </a:spcBef>
            <a:spcAft>
              <a:spcPct val="35000"/>
            </a:spcAft>
            <a:buNone/>
          </a:pPr>
          <a:r>
            <a:rPr lang="en-GB" sz="1600" kern="1200" dirty="0"/>
            <a:t>Each of these sub-nodes has </a:t>
          </a:r>
          <a:r>
            <a:rPr lang="en-GB" sz="1600" b="1" kern="1200" dirty="0"/>
            <a:t>connected entities</a:t>
          </a:r>
          <a:r>
            <a:rPr lang="en-GB" sz="1600" kern="1200" dirty="0"/>
            <a:t> — for example:</a:t>
          </a:r>
          <a:endParaRPr lang="en-US" sz="1600" kern="1200" dirty="0"/>
        </a:p>
      </dsp:txBody>
      <dsp:txXfrm>
        <a:off x="899002" y="2493141"/>
        <a:ext cx="3280588" cy="778357"/>
      </dsp:txXfrm>
    </dsp:sp>
    <dsp:sp modelId="{FD443197-5698-45D0-B21A-4897A6F5384A}">
      <dsp:nvSpPr>
        <dsp:cNvPr id="0" name=""/>
        <dsp:cNvSpPr/>
      </dsp:nvSpPr>
      <dsp:spPr>
        <a:xfrm>
          <a:off x="4179591" y="2493141"/>
          <a:ext cx="3109726" cy="778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376" tIns="82376" rIns="82376" bIns="82376" numCol="1" spcCol="1270" anchor="ctr" anchorCtr="0">
          <a:noAutofit/>
        </a:bodyPr>
        <a:lstStyle/>
        <a:p>
          <a:pPr marL="0" lvl="0" indent="0" algn="l" defTabSz="488950">
            <a:lnSpc>
              <a:spcPct val="90000"/>
            </a:lnSpc>
            <a:spcBef>
              <a:spcPct val="0"/>
            </a:spcBef>
            <a:spcAft>
              <a:spcPct val="35000"/>
            </a:spcAft>
            <a:buNone/>
          </a:pPr>
          <a:r>
            <a:rPr lang="en-GB" sz="1100" i="1" kern="1200"/>
            <a:t>Training Portal → Courses → Videos → Quizzes → Certificates</a:t>
          </a:r>
          <a:endParaRPr lang="en-US" sz="1100" kern="1200"/>
        </a:p>
        <a:p>
          <a:pPr marL="0" lvl="0" indent="0" algn="l" defTabSz="488950">
            <a:lnSpc>
              <a:spcPct val="90000"/>
            </a:lnSpc>
            <a:spcBef>
              <a:spcPct val="0"/>
            </a:spcBef>
            <a:spcAft>
              <a:spcPct val="35000"/>
            </a:spcAft>
            <a:buNone/>
          </a:pPr>
          <a:r>
            <a:rPr lang="en-GB" sz="1100" i="1" kern="1200"/>
            <a:t>Knowledge Repository → Documents → Categories → Downloads</a:t>
          </a:r>
          <a:endParaRPr lang="en-US" sz="1100" kern="1200"/>
        </a:p>
        <a:p>
          <a:pPr marL="0" lvl="0" indent="0" algn="l" defTabSz="488950">
            <a:lnSpc>
              <a:spcPct val="90000"/>
            </a:lnSpc>
            <a:spcBef>
              <a:spcPct val="0"/>
            </a:spcBef>
            <a:spcAft>
              <a:spcPct val="35000"/>
            </a:spcAft>
            <a:buNone/>
          </a:pPr>
          <a:r>
            <a:rPr lang="en-GB" sz="1100" i="1" kern="1200" dirty="0"/>
            <a:t>Community Forum → Threads → Replies → Members</a:t>
          </a:r>
          <a:endParaRPr lang="en-US" sz="1100" kern="1200" dirty="0"/>
        </a:p>
      </dsp:txBody>
      <dsp:txXfrm>
        <a:off x="4179591" y="2493141"/>
        <a:ext cx="3109726" cy="778357"/>
      </dsp:txXfrm>
    </dsp:sp>
    <dsp:sp modelId="{6CB69117-C0AF-4A7F-9912-A3DB722C2900}">
      <dsp:nvSpPr>
        <dsp:cNvPr id="0" name=""/>
        <dsp:cNvSpPr/>
      </dsp:nvSpPr>
      <dsp:spPr>
        <a:xfrm>
          <a:off x="0" y="4007097"/>
          <a:ext cx="7290197" cy="77835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CB0EAB-4053-49C8-A7FA-664934DDFE38}">
      <dsp:nvSpPr>
        <dsp:cNvPr id="0" name=""/>
        <dsp:cNvSpPr/>
      </dsp:nvSpPr>
      <dsp:spPr>
        <a:xfrm>
          <a:off x="235453" y="4182227"/>
          <a:ext cx="428096" cy="4280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B26FD6-E3AE-457E-8F50-37CBB08706FE}">
      <dsp:nvSpPr>
        <dsp:cNvPr id="0" name=""/>
        <dsp:cNvSpPr/>
      </dsp:nvSpPr>
      <dsp:spPr>
        <a:xfrm>
          <a:off x="899002" y="4007097"/>
          <a:ext cx="6390315" cy="7783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376" tIns="82376" rIns="82376" bIns="82376" numCol="1" spcCol="1270" anchor="ctr" anchorCtr="0">
          <a:noAutofit/>
        </a:bodyPr>
        <a:lstStyle/>
        <a:p>
          <a:pPr marL="0" lvl="0" indent="0" algn="l" defTabSz="711200">
            <a:lnSpc>
              <a:spcPct val="90000"/>
            </a:lnSpc>
            <a:spcBef>
              <a:spcPct val="0"/>
            </a:spcBef>
            <a:spcAft>
              <a:spcPct val="35000"/>
            </a:spcAft>
            <a:buNone/>
          </a:pPr>
          <a:r>
            <a:rPr lang="en-GB" sz="1600" kern="1200"/>
            <a:t>These edges indicate </a:t>
          </a:r>
          <a:r>
            <a:rPr lang="en-GB" sz="1600" b="1" kern="1200"/>
            <a:t>dependencies and interactions</a:t>
          </a:r>
          <a:r>
            <a:rPr lang="en-GB" sz="1600" kern="1200"/>
            <a:t> — showing that, for example, a course may depend on multiple video lessons, or a forum thread may have multiple user replies.</a:t>
          </a:r>
          <a:endParaRPr lang="en-US" sz="1600" kern="1200"/>
        </a:p>
      </dsp:txBody>
      <dsp:txXfrm>
        <a:off x="899002" y="4007097"/>
        <a:ext cx="6390315" cy="7783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23C063-BDB0-4336-A7EC-97328F15F38B}">
      <dsp:nvSpPr>
        <dsp:cNvPr id="0" name=""/>
        <dsp:cNvSpPr/>
      </dsp:nvSpPr>
      <dsp:spPr>
        <a:xfrm>
          <a:off x="2220325" y="610783"/>
          <a:ext cx="472196" cy="91440"/>
        </a:xfrm>
        <a:custGeom>
          <a:avLst/>
          <a:gdLst/>
          <a:ahLst/>
          <a:cxnLst/>
          <a:rect l="0" t="0" r="0" b="0"/>
          <a:pathLst>
            <a:path>
              <a:moveTo>
                <a:pt x="0" y="45720"/>
              </a:moveTo>
              <a:lnTo>
                <a:pt x="47219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3853" y="653989"/>
        <a:ext cx="25139" cy="5027"/>
      </dsp:txXfrm>
    </dsp:sp>
    <dsp:sp modelId="{C3EFAD9A-878F-450D-8C4A-9A8067F8CAC2}">
      <dsp:nvSpPr>
        <dsp:cNvPr id="0" name=""/>
        <dsp:cNvSpPr/>
      </dsp:nvSpPr>
      <dsp:spPr>
        <a:xfrm>
          <a:off x="36052" y="681"/>
          <a:ext cx="2186073" cy="13116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119" tIns="112441" rIns="107119" bIns="112441" numCol="1" spcCol="1270" anchor="ctr" anchorCtr="0">
          <a:noAutofit/>
        </a:bodyPr>
        <a:lstStyle/>
        <a:p>
          <a:pPr marL="0" lvl="0" indent="0" algn="ctr" defTabSz="533400">
            <a:lnSpc>
              <a:spcPct val="100000"/>
            </a:lnSpc>
            <a:spcBef>
              <a:spcPct val="0"/>
            </a:spcBef>
            <a:spcAft>
              <a:spcPct val="35000"/>
            </a:spcAft>
            <a:buNone/>
          </a:pPr>
          <a:r>
            <a:rPr lang="en-ZA" sz="1200" kern="1200"/>
            <a:t>This UML diagram represents the structural design of the UnganaConnect system.</a:t>
          </a:r>
          <a:endParaRPr lang="en-US" sz="1200" kern="1200" dirty="0"/>
        </a:p>
      </dsp:txBody>
      <dsp:txXfrm>
        <a:off x="36052" y="681"/>
        <a:ext cx="2186073" cy="1311643"/>
      </dsp:txXfrm>
    </dsp:sp>
    <dsp:sp modelId="{469237CF-73A4-4519-BD64-B58F42F7A0E8}">
      <dsp:nvSpPr>
        <dsp:cNvPr id="0" name=""/>
        <dsp:cNvSpPr/>
      </dsp:nvSpPr>
      <dsp:spPr>
        <a:xfrm>
          <a:off x="1129088" y="1310525"/>
          <a:ext cx="2688869" cy="472196"/>
        </a:xfrm>
        <a:custGeom>
          <a:avLst/>
          <a:gdLst/>
          <a:ahLst/>
          <a:cxnLst/>
          <a:rect l="0" t="0" r="0" b="0"/>
          <a:pathLst>
            <a:path>
              <a:moveTo>
                <a:pt x="2688869" y="0"/>
              </a:moveTo>
              <a:lnTo>
                <a:pt x="2688869" y="253198"/>
              </a:lnTo>
              <a:lnTo>
                <a:pt x="0" y="253198"/>
              </a:lnTo>
              <a:lnTo>
                <a:pt x="0" y="47219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05136" y="1544109"/>
        <a:ext cx="136773" cy="5027"/>
      </dsp:txXfrm>
    </dsp:sp>
    <dsp:sp modelId="{57BC03D4-0915-4C05-B9C2-99DBE17D11D6}">
      <dsp:nvSpPr>
        <dsp:cNvPr id="0" name=""/>
        <dsp:cNvSpPr/>
      </dsp:nvSpPr>
      <dsp:spPr>
        <a:xfrm>
          <a:off x="2724921" y="681"/>
          <a:ext cx="2186073" cy="13116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119" tIns="112441" rIns="107119" bIns="112441" numCol="1" spcCol="1270" anchor="ctr" anchorCtr="0">
          <a:noAutofit/>
        </a:bodyPr>
        <a:lstStyle/>
        <a:p>
          <a:pPr marL="0" lvl="0" indent="0" algn="ctr" defTabSz="533400">
            <a:lnSpc>
              <a:spcPct val="100000"/>
            </a:lnSpc>
            <a:spcBef>
              <a:spcPct val="0"/>
            </a:spcBef>
            <a:spcAft>
              <a:spcPct val="35000"/>
            </a:spcAft>
            <a:buNone/>
          </a:pPr>
          <a:r>
            <a:rPr lang="en-ZA" sz="1200" kern="1200"/>
            <a:t>Each box in the diagram represents a class or entity within the system.</a:t>
          </a:r>
          <a:endParaRPr lang="en-US" sz="1200" kern="1200" dirty="0"/>
        </a:p>
      </dsp:txBody>
      <dsp:txXfrm>
        <a:off x="2724921" y="681"/>
        <a:ext cx="2186073" cy="1311643"/>
      </dsp:txXfrm>
    </dsp:sp>
    <dsp:sp modelId="{3571FDBA-7748-4E23-98B6-7BA9442EFC41}">
      <dsp:nvSpPr>
        <dsp:cNvPr id="0" name=""/>
        <dsp:cNvSpPr/>
      </dsp:nvSpPr>
      <dsp:spPr>
        <a:xfrm>
          <a:off x="2220325" y="2425224"/>
          <a:ext cx="472196" cy="91440"/>
        </a:xfrm>
        <a:custGeom>
          <a:avLst/>
          <a:gdLst/>
          <a:ahLst/>
          <a:cxnLst/>
          <a:rect l="0" t="0" r="0" b="0"/>
          <a:pathLst>
            <a:path>
              <a:moveTo>
                <a:pt x="0" y="45720"/>
              </a:moveTo>
              <a:lnTo>
                <a:pt x="47219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3853" y="2468430"/>
        <a:ext cx="25139" cy="5027"/>
      </dsp:txXfrm>
    </dsp:sp>
    <dsp:sp modelId="{7079E886-8CED-43FC-A807-0423AE064AE9}">
      <dsp:nvSpPr>
        <dsp:cNvPr id="0" name=""/>
        <dsp:cNvSpPr/>
      </dsp:nvSpPr>
      <dsp:spPr>
        <a:xfrm>
          <a:off x="36052" y="1815122"/>
          <a:ext cx="2186073" cy="13116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119" tIns="112441" rIns="107119" bIns="112441" numCol="1" spcCol="1270" anchor="ctr" anchorCtr="0">
          <a:noAutofit/>
        </a:bodyPr>
        <a:lstStyle/>
        <a:p>
          <a:pPr marL="0" lvl="0" indent="0" algn="ctr" defTabSz="533400">
            <a:lnSpc>
              <a:spcPct val="100000"/>
            </a:lnSpc>
            <a:spcBef>
              <a:spcPct val="0"/>
            </a:spcBef>
            <a:spcAft>
              <a:spcPct val="35000"/>
            </a:spcAft>
            <a:buNone/>
          </a:pPr>
          <a:r>
            <a:rPr lang="en-ZA" sz="1200" kern="1200"/>
            <a:t>The attributes inside each class define the type of data stored (e.g., UserID, CourseName, EventDate).</a:t>
          </a:r>
          <a:endParaRPr lang="en-US" sz="1200" kern="1200"/>
        </a:p>
      </dsp:txBody>
      <dsp:txXfrm>
        <a:off x="36052" y="1815122"/>
        <a:ext cx="2186073" cy="1311643"/>
      </dsp:txXfrm>
    </dsp:sp>
    <dsp:sp modelId="{CE2C6414-921C-4F4B-92EF-B8A3A2C15027}">
      <dsp:nvSpPr>
        <dsp:cNvPr id="0" name=""/>
        <dsp:cNvSpPr/>
      </dsp:nvSpPr>
      <dsp:spPr>
        <a:xfrm>
          <a:off x="1129088" y="3124965"/>
          <a:ext cx="2688869" cy="472196"/>
        </a:xfrm>
        <a:custGeom>
          <a:avLst/>
          <a:gdLst/>
          <a:ahLst/>
          <a:cxnLst/>
          <a:rect l="0" t="0" r="0" b="0"/>
          <a:pathLst>
            <a:path>
              <a:moveTo>
                <a:pt x="2688869" y="0"/>
              </a:moveTo>
              <a:lnTo>
                <a:pt x="2688869" y="253198"/>
              </a:lnTo>
              <a:lnTo>
                <a:pt x="0" y="253198"/>
              </a:lnTo>
              <a:lnTo>
                <a:pt x="0" y="47219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05136" y="3358550"/>
        <a:ext cx="136773" cy="5027"/>
      </dsp:txXfrm>
    </dsp:sp>
    <dsp:sp modelId="{D26F9C5A-0FF8-4350-A8B4-CA5DA9487236}">
      <dsp:nvSpPr>
        <dsp:cNvPr id="0" name=""/>
        <dsp:cNvSpPr/>
      </dsp:nvSpPr>
      <dsp:spPr>
        <a:xfrm>
          <a:off x="2724921" y="1815122"/>
          <a:ext cx="2186073" cy="13116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119" tIns="112441" rIns="107119" bIns="112441" numCol="1" spcCol="1270" anchor="t" anchorCtr="0">
          <a:noAutofit/>
        </a:bodyPr>
        <a:lstStyle/>
        <a:p>
          <a:pPr marL="0" lvl="0" indent="0" algn="l" defTabSz="533400">
            <a:lnSpc>
              <a:spcPct val="100000"/>
            </a:lnSpc>
            <a:spcBef>
              <a:spcPct val="0"/>
            </a:spcBef>
            <a:spcAft>
              <a:spcPct val="35000"/>
            </a:spcAft>
            <a:buNone/>
          </a:pPr>
          <a:r>
            <a:rPr lang="en-ZA" sz="1200" kern="1200"/>
            <a:t>The connectors between classes represent relationships such as:</a:t>
          </a:r>
          <a:endParaRPr lang="en-US" sz="1200" kern="1200" dirty="0"/>
        </a:p>
        <a:p>
          <a:pPr marL="57150" lvl="1" indent="-57150" algn="l" defTabSz="400050">
            <a:lnSpc>
              <a:spcPct val="100000"/>
            </a:lnSpc>
            <a:spcBef>
              <a:spcPct val="0"/>
            </a:spcBef>
            <a:spcAft>
              <a:spcPct val="15000"/>
            </a:spcAft>
            <a:buChar char="•"/>
          </a:pPr>
          <a:r>
            <a:rPr lang="en-ZA" sz="900" kern="1200"/>
            <a:t>One-to-many: One user can enrol in many courses.</a:t>
          </a:r>
          <a:endParaRPr lang="en-US" sz="900" kern="1200" dirty="0"/>
        </a:p>
        <a:p>
          <a:pPr marL="57150" lvl="1" indent="-57150" algn="l" defTabSz="400050">
            <a:lnSpc>
              <a:spcPct val="100000"/>
            </a:lnSpc>
            <a:spcBef>
              <a:spcPct val="0"/>
            </a:spcBef>
            <a:spcAft>
              <a:spcPct val="15000"/>
            </a:spcAft>
            <a:buChar char="•"/>
          </a:pPr>
          <a:r>
            <a:rPr lang="en-ZA" sz="900" kern="1200"/>
            <a:t>Many-to-many: Users can attend multiple events and contribute to multiple discussions.</a:t>
          </a:r>
          <a:endParaRPr lang="en-US" sz="900" kern="1200" dirty="0"/>
        </a:p>
      </dsp:txBody>
      <dsp:txXfrm>
        <a:off x="2724921" y="1815122"/>
        <a:ext cx="2186073" cy="1311643"/>
      </dsp:txXfrm>
    </dsp:sp>
    <dsp:sp modelId="{9062B819-9150-4BD3-BBFB-E7BEAE25B367}">
      <dsp:nvSpPr>
        <dsp:cNvPr id="0" name=""/>
        <dsp:cNvSpPr/>
      </dsp:nvSpPr>
      <dsp:spPr>
        <a:xfrm>
          <a:off x="36052" y="3629562"/>
          <a:ext cx="2186073" cy="13116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119" tIns="112441" rIns="107119" bIns="112441" numCol="1" spcCol="1270" anchor="t" anchorCtr="0">
          <a:noAutofit/>
        </a:bodyPr>
        <a:lstStyle/>
        <a:p>
          <a:pPr marL="0" lvl="0" indent="0" algn="l" defTabSz="533400">
            <a:lnSpc>
              <a:spcPct val="100000"/>
            </a:lnSpc>
            <a:spcBef>
              <a:spcPct val="0"/>
            </a:spcBef>
            <a:spcAft>
              <a:spcPct val="35000"/>
            </a:spcAft>
            <a:buNone/>
          </a:pPr>
          <a:r>
            <a:rPr lang="en-ZA" sz="1200" kern="1200"/>
            <a:t>This diagram helps in:</a:t>
          </a:r>
          <a:endParaRPr lang="en-US" sz="1200" kern="1200"/>
        </a:p>
        <a:p>
          <a:pPr marL="57150" lvl="1" indent="-57150" algn="l" defTabSz="400050">
            <a:lnSpc>
              <a:spcPct val="100000"/>
            </a:lnSpc>
            <a:spcBef>
              <a:spcPct val="0"/>
            </a:spcBef>
            <a:spcAft>
              <a:spcPct val="15000"/>
            </a:spcAft>
            <a:buChar char="•"/>
          </a:pPr>
          <a:r>
            <a:rPr lang="en-ZA" sz="900" kern="1200"/>
            <a:t>Understanding how data models interact.</a:t>
          </a:r>
          <a:endParaRPr lang="en-US" sz="900" kern="1200" dirty="0"/>
        </a:p>
        <a:p>
          <a:pPr marL="57150" lvl="1" indent="-57150" algn="l" defTabSz="400050">
            <a:lnSpc>
              <a:spcPct val="100000"/>
            </a:lnSpc>
            <a:spcBef>
              <a:spcPct val="0"/>
            </a:spcBef>
            <a:spcAft>
              <a:spcPct val="15000"/>
            </a:spcAft>
            <a:buChar char="•"/>
          </a:pPr>
          <a:r>
            <a:rPr lang="en-ZA" sz="900" kern="1200"/>
            <a:t>Identifying relationships for foreign keys in the database schema.</a:t>
          </a:r>
          <a:endParaRPr lang="en-US" sz="900" kern="1200" dirty="0"/>
        </a:p>
        <a:p>
          <a:pPr marL="57150" lvl="1" indent="-57150" algn="l" defTabSz="400050">
            <a:lnSpc>
              <a:spcPct val="100000"/>
            </a:lnSpc>
            <a:spcBef>
              <a:spcPct val="0"/>
            </a:spcBef>
            <a:spcAft>
              <a:spcPct val="15000"/>
            </a:spcAft>
            <a:buChar char="•"/>
          </a:pPr>
          <a:r>
            <a:rPr lang="en-ZA" sz="900" kern="1200"/>
            <a:t>Maintaining data consistency between modules like Training, Forum, and Events.</a:t>
          </a:r>
          <a:endParaRPr lang="en-US" sz="900" kern="1200"/>
        </a:p>
      </dsp:txBody>
      <dsp:txXfrm>
        <a:off x="36052" y="3629562"/>
        <a:ext cx="2186073" cy="131164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1CE9A3-25FF-4A68-99DA-9A86EC97E923}">
      <dsp:nvSpPr>
        <dsp:cNvPr id="0" name=""/>
        <dsp:cNvSpPr/>
      </dsp:nvSpPr>
      <dsp:spPr>
        <a:xfrm>
          <a:off x="0" y="3860"/>
          <a:ext cx="4947047" cy="8223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DF4EFF-E7C5-44F0-819C-350F15810F49}">
      <dsp:nvSpPr>
        <dsp:cNvPr id="0" name=""/>
        <dsp:cNvSpPr/>
      </dsp:nvSpPr>
      <dsp:spPr>
        <a:xfrm>
          <a:off x="248764" y="188892"/>
          <a:ext cx="452298" cy="4522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879813-C6F2-481F-A96C-BD08F13E8C1C}">
      <dsp:nvSpPr>
        <dsp:cNvPr id="0" name=""/>
        <dsp:cNvSpPr/>
      </dsp:nvSpPr>
      <dsp:spPr>
        <a:xfrm>
          <a:off x="949827" y="3860"/>
          <a:ext cx="3997219" cy="822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033" tIns="87033" rIns="87033" bIns="87033" numCol="1" spcCol="1270" anchor="ctr" anchorCtr="0">
          <a:noAutofit/>
        </a:bodyPr>
        <a:lstStyle/>
        <a:p>
          <a:pPr marL="0" lvl="0" indent="0" algn="l" defTabSz="755650">
            <a:lnSpc>
              <a:spcPct val="90000"/>
            </a:lnSpc>
            <a:spcBef>
              <a:spcPct val="0"/>
            </a:spcBef>
            <a:spcAft>
              <a:spcPct val="35000"/>
            </a:spcAft>
            <a:buNone/>
          </a:pPr>
          <a:r>
            <a:rPr lang="en-US" sz="1700" b="1" kern="1200"/>
            <a:t>Views (Frontend Templates):</a:t>
          </a:r>
          <a:r>
            <a:rPr lang="en-US" sz="1700" kern="1200"/>
            <a:t> Razor (.cshtml) pages render UI components dynamically</a:t>
          </a:r>
        </a:p>
      </dsp:txBody>
      <dsp:txXfrm>
        <a:off x="949827" y="3860"/>
        <a:ext cx="3997219" cy="822361"/>
      </dsp:txXfrm>
    </dsp:sp>
    <dsp:sp modelId="{05F819D7-2DEA-4FDB-B8CE-B8D1D2BCA84F}">
      <dsp:nvSpPr>
        <dsp:cNvPr id="0" name=""/>
        <dsp:cNvSpPr/>
      </dsp:nvSpPr>
      <dsp:spPr>
        <a:xfrm>
          <a:off x="0" y="1031812"/>
          <a:ext cx="4947047" cy="8223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2D5BDD-674E-42AB-8E91-48BB56E3D34B}">
      <dsp:nvSpPr>
        <dsp:cNvPr id="0" name=""/>
        <dsp:cNvSpPr/>
      </dsp:nvSpPr>
      <dsp:spPr>
        <a:xfrm>
          <a:off x="248764" y="1216843"/>
          <a:ext cx="452298" cy="4522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EA401D-7352-4508-9C08-92BC9FE26986}">
      <dsp:nvSpPr>
        <dsp:cNvPr id="0" name=""/>
        <dsp:cNvSpPr/>
      </dsp:nvSpPr>
      <dsp:spPr>
        <a:xfrm>
          <a:off x="949827" y="1031812"/>
          <a:ext cx="3997219" cy="822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033" tIns="87033" rIns="87033" bIns="87033" numCol="1" spcCol="1270" anchor="ctr" anchorCtr="0">
          <a:noAutofit/>
        </a:bodyPr>
        <a:lstStyle/>
        <a:p>
          <a:pPr marL="0" lvl="0" indent="0" algn="l" defTabSz="755650">
            <a:lnSpc>
              <a:spcPct val="90000"/>
            </a:lnSpc>
            <a:spcBef>
              <a:spcPct val="0"/>
            </a:spcBef>
            <a:spcAft>
              <a:spcPct val="35000"/>
            </a:spcAft>
            <a:buNone/>
          </a:pPr>
          <a:r>
            <a:rPr lang="en-US" sz="1700" b="1" kern="1200"/>
            <a:t>Controllers:</a:t>
          </a:r>
          <a:r>
            <a:rPr lang="en-US" sz="1700" kern="1200"/>
            <a:t> Handle user requests and data flow between views and models</a:t>
          </a:r>
        </a:p>
      </dsp:txBody>
      <dsp:txXfrm>
        <a:off x="949827" y="1031812"/>
        <a:ext cx="3997219" cy="822361"/>
      </dsp:txXfrm>
    </dsp:sp>
    <dsp:sp modelId="{5AA2FD00-C594-49D1-BCB6-7AB194AA35AB}">
      <dsp:nvSpPr>
        <dsp:cNvPr id="0" name=""/>
        <dsp:cNvSpPr/>
      </dsp:nvSpPr>
      <dsp:spPr>
        <a:xfrm>
          <a:off x="0" y="2059763"/>
          <a:ext cx="4947047" cy="8223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CE7893-76A8-4C9B-B794-B7E9C97CF041}">
      <dsp:nvSpPr>
        <dsp:cNvPr id="0" name=""/>
        <dsp:cNvSpPr/>
      </dsp:nvSpPr>
      <dsp:spPr>
        <a:xfrm>
          <a:off x="248764" y="2244794"/>
          <a:ext cx="452298" cy="4522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92CE0A-1EC0-4A4E-AF4A-738151D0DFC7}">
      <dsp:nvSpPr>
        <dsp:cNvPr id="0" name=""/>
        <dsp:cNvSpPr/>
      </dsp:nvSpPr>
      <dsp:spPr>
        <a:xfrm>
          <a:off x="949827" y="2059763"/>
          <a:ext cx="3997219" cy="822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033" tIns="87033" rIns="87033" bIns="87033" numCol="1" spcCol="1270" anchor="ctr" anchorCtr="0">
          <a:noAutofit/>
        </a:bodyPr>
        <a:lstStyle/>
        <a:p>
          <a:pPr marL="0" lvl="0" indent="0" algn="l" defTabSz="755650">
            <a:lnSpc>
              <a:spcPct val="90000"/>
            </a:lnSpc>
            <a:spcBef>
              <a:spcPct val="0"/>
            </a:spcBef>
            <a:spcAft>
              <a:spcPct val="35000"/>
            </a:spcAft>
            <a:buNone/>
          </a:pPr>
          <a:r>
            <a:rPr lang="en-US" sz="1700" b="1" kern="1200"/>
            <a:t>Models:</a:t>
          </a:r>
          <a:r>
            <a:rPr lang="en-US" sz="1700" kern="1200"/>
            <a:t> Provide structured data to display in the interface</a:t>
          </a:r>
        </a:p>
      </dsp:txBody>
      <dsp:txXfrm>
        <a:off x="949827" y="2059763"/>
        <a:ext cx="3997219" cy="822361"/>
      </dsp:txXfrm>
    </dsp:sp>
    <dsp:sp modelId="{94A8C33B-F833-4356-8B5F-B0A980B2111F}">
      <dsp:nvSpPr>
        <dsp:cNvPr id="0" name=""/>
        <dsp:cNvSpPr/>
      </dsp:nvSpPr>
      <dsp:spPr>
        <a:xfrm>
          <a:off x="0" y="3087714"/>
          <a:ext cx="4947047" cy="8223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6FAD51-3A9E-44F0-9F64-4B11B5D4BC9B}">
      <dsp:nvSpPr>
        <dsp:cNvPr id="0" name=""/>
        <dsp:cNvSpPr/>
      </dsp:nvSpPr>
      <dsp:spPr>
        <a:xfrm>
          <a:off x="248764" y="3272746"/>
          <a:ext cx="452298" cy="45229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08B7A6-AA07-4ED4-9DD7-733B1950C24F}">
      <dsp:nvSpPr>
        <dsp:cNvPr id="0" name=""/>
        <dsp:cNvSpPr/>
      </dsp:nvSpPr>
      <dsp:spPr>
        <a:xfrm>
          <a:off x="949827" y="3087714"/>
          <a:ext cx="3997219" cy="822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033" tIns="87033" rIns="87033" bIns="87033" numCol="1" spcCol="1270" anchor="ctr" anchorCtr="0">
          <a:noAutofit/>
        </a:bodyPr>
        <a:lstStyle/>
        <a:p>
          <a:pPr marL="0" lvl="0" indent="0" algn="l" defTabSz="755650">
            <a:lnSpc>
              <a:spcPct val="90000"/>
            </a:lnSpc>
            <a:spcBef>
              <a:spcPct val="0"/>
            </a:spcBef>
            <a:spcAft>
              <a:spcPct val="35000"/>
            </a:spcAft>
            <a:buNone/>
          </a:pPr>
          <a:r>
            <a:rPr lang="en-US" sz="1700" b="1" kern="1200"/>
            <a:t>Static Assets:</a:t>
          </a:r>
          <a:r>
            <a:rPr lang="en-US" sz="1700" kern="1200"/>
            <a:t> CSS, JavaScript, and images stored in wwwroot/</a:t>
          </a:r>
        </a:p>
      </dsp:txBody>
      <dsp:txXfrm>
        <a:off x="949827" y="3087714"/>
        <a:ext cx="3997219" cy="822361"/>
      </dsp:txXfrm>
    </dsp:sp>
    <dsp:sp modelId="{0380BB02-EB93-400C-9B2C-E74F84D58271}">
      <dsp:nvSpPr>
        <dsp:cNvPr id="0" name=""/>
        <dsp:cNvSpPr/>
      </dsp:nvSpPr>
      <dsp:spPr>
        <a:xfrm>
          <a:off x="0" y="4115666"/>
          <a:ext cx="4947047" cy="8223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49C230-34F5-4D9E-A5C9-D6CF80215B54}">
      <dsp:nvSpPr>
        <dsp:cNvPr id="0" name=""/>
        <dsp:cNvSpPr/>
      </dsp:nvSpPr>
      <dsp:spPr>
        <a:xfrm>
          <a:off x="248764" y="4300697"/>
          <a:ext cx="452298" cy="45229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64DD46-1998-46FF-9FE3-C5B19D0FB29B}">
      <dsp:nvSpPr>
        <dsp:cNvPr id="0" name=""/>
        <dsp:cNvSpPr/>
      </dsp:nvSpPr>
      <dsp:spPr>
        <a:xfrm>
          <a:off x="949827" y="4115666"/>
          <a:ext cx="3997219" cy="822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033" tIns="87033" rIns="87033" bIns="87033" numCol="1" spcCol="1270" anchor="ctr" anchorCtr="0">
          <a:noAutofit/>
        </a:bodyPr>
        <a:lstStyle/>
        <a:p>
          <a:pPr marL="0" lvl="0" indent="0" algn="l" defTabSz="755650">
            <a:lnSpc>
              <a:spcPct val="90000"/>
            </a:lnSpc>
            <a:spcBef>
              <a:spcPct val="0"/>
            </a:spcBef>
            <a:spcAft>
              <a:spcPct val="35000"/>
            </a:spcAft>
            <a:buNone/>
          </a:pPr>
          <a:r>
            <a:rPr lang="en-US" sz="1700" b="1" kern="1200"/>
            <a:t>Tailwind Framework:</a:t>
          </a:r>
          <a:r>
            <a:rPr lang="en-US" sz="1700" kern="1200"/>
            <a:t> Ensures responsive design across devices</a:t>
          </a:r>
        </a:p>
      </dsp:txBody>
      <dsp:txXfrm>
        <a:off x="949827" y="4115666"/>
        <a:ext cx="3997219" cy="82236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F245E-22FB-4DAA-875D-524050B7D442}">
      <dsp:nvSpPr>
        <dsp:cNvPr id="0" name=""/>
        <dsp:cNvSpPr/>
      </dsp:nvSpPr>
      <dsp:spPr>
        <a:xfrm>
          <a:off x="127278" y="313377"/>
          <a:ext cx="654156" cy="6541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A08029-8D82-4985-A37F-9A403F2C65F4}">
      <dsp:nvSpPr>
        <dsp:cNvPr id="0" name=""/>
        <dsp:cNvSpPr/>
      </dsp:nvSpPr>
      <dsp:spPr>
        <a:xfrm>
          <a:off x="264651" y="450750"/>
          <a:ext cx="379410" cy="3794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348C3C-EF36-4B8F-A023-D35F70F5B631}">
      <dsp:nvSpPr>
        <dsp:cNvPr id="0" name=""/>
        <dsp:cNvSpPr/>
      </dsp:nvSpPr>
      <dsp:spPr>
        <a:xfrm>
          <a:off x="921611" y="313377"/>
          <a:ext cx="1541939" cy="654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Authentication Views:</a:t>
          </a:r>
          <a:r>
            <a:rPr lang="en-US" sz="1200" kern="1200"/>
            <a:t> Login, Register, and Profile Management</a:t>
          </a:r>
        </a:p>
      </dsp:txBody>
      <dsp:txXfrm>
        <a:off x="921611" y="313377"/>
        <a:ext cx="1541939" cy="654156"/>
      </dsp:txXfrm>
    </dsp:sp>
    <dsp:sp modelId="{6B8CF5A1-8558-4935-9922-2E974E5A55B1}">
      <dsp:nvSpPr>
        <dsp:cNvPr id="0" name=""/>
        <dsp:cNvSpPr/>
      </dsp:nvSpPr>
      <dsp:spPr>
        <a:xfrm>
          <a:off x="2732222" y="313377"/>
          <a:ext cx="654156" cy="6541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FF58F8-2224-4F92-81CD-1D81D0236B18}">
      <dsp:nvSpPr>
        <dsp:cNvPr id="0" name=""/>
        <dsp:cNvSpPr/>
      </dsp:nvSpPr>
      <dsp:spPr>
        <a:xfrm>
          <a:off x="2869595" y="450750"/>
          <a:ext cx="379410" cy="3794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C572B7-EC09-4A94-8656-C327C77C428B}">
      <dsp:nvSpPr>
        <dsp:cNvPr id="0" name=""/>
        <dsp:cNvSpPr/>
      </dsp:nvSpPr>
      <dsp:spPr>
        <a:xfrm>
          <a:off x="3526554" y="313377"/>
          <a:ext cx="1541939" cy="654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Course Module:</a:t>
          </a:r>
          <a:r>
            <a:rPr lang="en-US" sz="1200" kern="1200"/>
            <a:t> Browse, view details, enroll, and take quizzes</a:t>
          </a:r>
        </a:p>
      </dsp:txBody>
      <dsp:txXfrm>
        <a:off x="3526554" y="313377"/>
        <a:ext cx="1541939" cy="654156"/>
      </dsp:txXfrm>
    </dsp:sp>
    <dsp:sp modelId="{7CC022C1-3EC5-4DAE-9370-DCF65E674212}">
      <dsp:nvSpPr>
        <dsp:cNvPr id="0" name=""/>
        <dsp:cNvSpPr/>
      </dsp:nvSpPr>
      <dsp:spPr>
        <a:xfrm>
          <a:off x="5337166" y="313377"/>
          <a:ext cx="654156" cy="6541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DDE19D-1AFA-4555-9354-CBC8E2954B97}">
      <dsp:nvSpPr>
        <dsp:cNvPr id="0" name=""/>
        <dsp:cNvSpPr/>
      </dsp:nvSpPr>
      <dsp:spPr>
        <a:xfrm>
          <a:off x="5474538" y="450750"/>
          <a:ext cx="379410" cy="3794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541A11-CAA0-4D65-9768-90F482DC358E}">
      <dsp:nvSpPr>
        <dsp:cNvPr id="0" name=""/>
        <dsp:cNvSpPr/>
      </dsp:nvSpPr>
      <dsp:spPr>
        <a:xfrm>
          <a:off x="6131498" y="313377"/>
          <a:ext cx="1541939" cy="654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Event Module:</a:t>
          </a:r>
          <a:r>
            <a:rPr lang="en-US" sz="1200" kern="1200"/>
            <a:t> View upcoming training events and register</a:t>
          </a:r>
        </a:p>
      </dsp:txBody>
      <dsp:txXfrm>
        <a:off x="6131498" y="313377"/>
        <a:ext cx="1541939" cy="654156"/>
      </dsp:txXfrm>
    </dsp:sp>
    <dsp:sp modelId="{B2BB7B00-56D3-4138-975F-1C246CCE7035}">
      <dsp:nvSpPr>
        <dsp:cNvPr id="0" name=""/>
        <dsp:cNvSpPr/>
      </dsp:nvSpPr>
      <dsp:spPr>
        <a:xfrm>
          <a:off x="127278" y="1363873"/>
          <a:ext cx="654156" cy="6541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316FEB-AA3F-4E27-9CEF-CCE5EE9642B8}">
      <dsp:nvSpPr>
        <dsp:cNvPr id="0" name=""/>
        <dsp:cNvSpPr/>
      </dsp:nvSpPr>
      <dsp:spPr>
        <a:xfrm>
          <a:off x="264651" y="1501245"/>
          <a:ext cx="379410" cy="3794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00FDB6-D5B9-44F9-8571-2F2706D82DD3}">
      <dsp:nvSpPr>
        <dsp:cNvPr id="0" name=""/>
        <dsp:cNvSpPr/>
      </dsp:nvSpPr>
      <dsp:spPr>
        <a:xfrm>
          <a:off x="921611" y="1363873"/>
          <a:ext cx="1541939" cy="654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Forum Module:</a:t>
          </a:r>
          <a:r>
            <a:rPr lang="en-US" sz="1200" kern="1200"/>
            <a:t> Post and reply to community discussions</a:t>
          </a:r>
        </a:p>
      </dsp:txBody>
      <dsp:txXfrm>
        <a:off x="921611" y="1363873"/>
        <a:ext cx="1541939" cy="654156"/>
      </dsp:txXfrm>
    </dsp:sp>
    <dsp:sp modelId="{8659F17D-1F68-4A2D-886B-76B0649D6238}">
      <dsp:nvSpPr>
        <dsp:cNvPr id="0" name=""/>
        <dsp:cNvSpPr/>
      </dsp:nvSpPr>
      <dsp:spPr>
        <a:xfrm>
          <a:off x="2732222" y="1363873"/>
          <a:ext cx="654156" cy="6541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C8BED-DEF0-4B15-B175-DCC8BA99CD06}">
      <dsp:nvSpPr>
        <dsp:cNvPr id="0" name=""/>
        <dsp:cNvSpPr/>
      </dsp:nvSpPr>
      <dsp:spPr>
        <a:xfrm>
          <a:off x="2869595" y="1501245"/>
          <a:ext cx="379410" cy="3794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A51C69-7118-45C8-A3E9-07BA78075237}">
      <dsp:nvSpPr>
        <dsp:cNvPr id="0" name=""/>
        <dsp:cNvSpPr/>
      </dsp:nvSpPr>
      <dsp:spPr>
        <a:xfrm>
          <a:off x="3526554" y="1363873"/>
          <a:ext cx="1541939" cy="654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Blog Module:</a:t>
          </a:r>
          <a:r>
            <a:rPr lang="en-US" sz="1200" kern="1200"/>
            <a:t> Read and publish knowledge articles</a:t>
          </a:r>
        </a:p>
      </dsp:txBody>
      <dsp:txXfrm>
        <a:off x="3526554" y="1363873"/>
        <a:ext cx="1541939" cy="654156"/>
      </dsp:txXfrm>
    </dsp:sp>
    <dsp:sp modelId="{7744E7EB-22B6-4AC1-812E-F58A4E04FFD3}">
      <dsp:nvSpPr>
        <dsp:cNvPr id="0" name=""/>
        <dsp:cNvSpPr/>
      </dsp:nvSpPr>
      <dsp:spPr>
        <a:xfrm>
          <a:off x="5337166" y="1363873"/>
          <a:ext cx="654156" cy="6541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A645B7-E8A7-46DB-8C03-3EF42747C6E2}">
      <dsp:nvSpPr>
        <dsp:cNvPr id="0" name=""/>
        <dsp:cNvSpPr/>
      </dsp:nvSpPr>
      <dsp:spPr>
        <a:xfrm>
          <a:off x="5474538" y="1501245"/>
          <a:ext cx="379410" cy="37941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343C96-75C9-4C18-8F0C-74ADF11471FA}">
      <dsp:nvSpPr>
        <dsp:cNvPr id="0" name=""/>
        <dsp:cNvSpPr/>
      </dsp:nvSpPr>
      <dsp:spPr>
        <a:xfrm>
          <a:off x="6131498" y="1363873"/>
          <a:ext cx="1541939" cy="654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a:t>Dashboards:</a:t>
          </a:r>
          <a:r>
            <a:rPr lang="en-US" sz="1200" kern="1200"/>
            <a:t> Separate layouts for </a:t>
          </a:r>
          <a:r>
            <a:rPr lang="en-US" sz="1200" b="1" kern="1200"/>
            <a:t>Members</a:t>
          </a:r>
          <a:r>
            <a:rPr lang="en-US" sz="1200" kern="1200"/>
            <a:t> and </a:t>
          </a:r>
          <a:r>
            <a:rPr lang="en-US" sz="1200" b="1" kern="1200"/>
            <a:t>Admins</a:t>
          </a:r>
          <a:endParaRPr lang="en-US" sz="1200" kern="1200"/>
        </a:p>
      </dsp:txBody>
      <dsp:txXfrm>
        <a:off x="6131498" y="1363873"/>
        <a:ext cx="1541939" cy="65415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5051F3-3AAF-4A6D-80AE-530231306C2C}">
      <dsp:nvSpPr>
        <dsp:cNvPr id="0" name=""/>
        <dsp:cNvSpPr/>
      </dsp:nvSpPr>
      <dsp:spPr>
        <a:xfrm>
          <a:off x="0" y="530541"/>
          <a:ext cx="2278186" cy="1366911"/>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Razor Layouts:</a:t>
          </a:r>
          <a:r>
            <a:rPr lang="en-US" sz="1300" kern="1200"/>
            <a:t> _Layout.cshtml defines the base structure for all pages</a:t>
          </a:r>
        </a:p>
      </dsp:txBody>
      <dsp:txXfrm>
        <a:off x="0" y="530541"/>
        <a:ext cx="2278186" cy="1366911"/>
      </dsp:txXfrm>
    </dsp:sp>
    <dsp:sp modelId="{6806AFF5-B648-4DFC-9DBD-3C6F594079BB}">
      <dsp:nvSpPr>
        <dsp:cNvPr id="0" name=""/>
        <dsp:cNvSpPr/>
      </dsp:nvSpPr>
      <dsp:spPr>
        <a:xfrm>
          <a:off x="2506005" y="530541"/>
          <a:ext cx="2278186" cy="1366911"/>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Navigation:</a:t>
          </a:r>
          <a:r>
            <a:rPr lang="en-US" sz="1300" kern="1200"/>
            <a:t> Custom navbars for Admin and Member roles</a:t>
          </a:r>
        </a:p>
      </dsp:txBody>
      <dsp:txXfrm>
        <a:off x="2506005" y="530541"/>
        <a:ext cx="2278186" cy="1366911"/>
      </dsp:txXfrm>
    </dsp:sp>
    <dsp:sp modelId="{0A72DFFE-F77D-4F93-8C58-A86293751D78}">
      <dsp:nvSpPr>
        <dsp:cNvPr id="0" name=""/>
        <dsp:cNvSpPr/>
      </dsp:nvSpPr>
      <dsp:spPr>
        <a:xfrm>
          <a:off x="5012010" y="530541"/>
          <a:ext cx="2278186" cy="1366911"/>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Client-side Validation:</a:t>
          </a:r>
          <a:r>
            <a:rPr lang="en-US" sz="1300" kern="1200"/>
            <a:t> _ValidationScriptsPartial.cshtml</a:t>
          </a:r>
        </a:p>
      </dsp:txBody>
      <dsp:txXfrm>
        <a:off x="5012010" y="530541"/>
        <a:ext cx="2278186" cy="1366911"/>
      </dsp:txXfrm>
    </dsp:sp>
    <dsp:sp modelId="{79C78D34-4EDA-4D67-9D1C-7B6F95691076}">
      <dsp:nvSpPr>
        <dsp:cNvPr id="0" name=""/>
        <dsp:cNvSpPr/>
      </dsp:nvSpPr>
      <dsp:spPr>
        <a:xfrm>
          <a:off x="1253002" y="2125271"/>
          <a:ext cx="2278186" cy="1366911"/>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Dynamic Rendering:</a:t>
          </a:r>
          <a:r>
            <a:rPr lang="en-US" sz="1300" kern="1200"/>
            <a:t> AJAX and partial views for smooth updates</a:t>
          </a:r>
        </a:p>
      </dsp:txBody>
      <dsp:txXfrm>
        <a:off x="1253002" y="2125271"/>
        <a:ext cx="2278186" cy="1366911"/>
      </dsp:txXfrm>
    </dsp:sp>
    <dsp:sp modelId="{6AED4B65-7D98-49FC-ABFA-7307D8393BFA}">
      <dsp:nvSpPr>
        <dsp:cNvPr id="0" name=""/>
        <dsp:cNvSpPr/>
      </dsp:nvSpPr>
      <dsp:spPr>
        <a:xfrm>
          <a:off x="3759007" y="2125271"/>
          <a:ext cx="2278186" cy="1366911"/>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Responsive UI:</a:t>
          </a:r>
          <a:r>
            <a:rPr lang="en-US" sz="1300" kern="1200"/>
            <a:t> Optimized with Tailwind Grid and Components</a:t>
          </a:r>
        </a:p>
      </dsp:txBody>
      <dsp:txXfrm>
        <a:off x="3759007" y="2125271"/>
        <a:ext cx="2278186" cy="136691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275A3-CF21-410B-8A89-E68D330B5EDE}">
      <dsp:nvSpPr>
        <dsp:cNvPr id="0" name=""/>
        <dsp:cNvSpPr/>
      </dsp:nvSpPr>
      <dsp:spPr>
        <a:xfrm>
          <a:off x="0" y="232062"/>
          <a:ext cx="7290197" cy="3780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FE1A53E-C9E8-4F21-A947-4EAF7CCEAC52}">
      <dsp:nvSpPr>
        <dsp:cNvPr id="0" name=""/>
        <dsp:cNvSpPr/>
      </dsp:nvSpPr>
      <dsp:spPr>
        <a:xfrm>
          <a:off x="364509" y="10662"/>
          <a:ext cx="5103137" cy="442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886" tIns="0" rIns="192886" bIns="0" numCol="1" spcCol="1270" anchor="ctr" anchorCtr="0">
          <a:noAutofit/>
        </a:bodyPr>
        <a:lstStyle/>
        <a:p>
          <a:pPr marL="0" lvl="0" indent="0" algn="l" defTabSz="666750">
            <a:lnSpc>
              <a:spcPct val="90000"/>
            </a:lnSpc>
            <a:spcBef>
              <a:spcPct val="0"/>
            </a:spcBef>
            <a:spcAft>
              <a:spcPct val="35000"/>
            </a:spcAft>
            <a:buNone/>
          </a:pPr>
          <a:r>
            <a:rPr lang="en-US" sz="1500" kern="1200"/>
            <a:t>User navigates to </a:t>
          </a:r>
          <a:r>
            <a:rPr lang="en-US" sz="1500" b="1" kern="1200"/>
            <a:t>portal URL</a:t>
          </a:r>
          <a:endParaRPr lang="en-US" sz="1500" kern="1200"/>
        </a:p>
      </dsp:txBody>
      <dsp:txXfrm>
        <a:off x="386125" y="32278"/>
        <a:ext cx="5059905" cy="399568"/>
      </dsp:txXfrm>
    </dsp:sp>
    <dsp:sp modelId="{96809E42-E5A3-47EC-8096-84FEF3CEE220}">
      <dsp:nvSpPr>
        <dsp:cNvPr id="0" name=""/>
        <dsp:cNvSpPr/>
      </dsp:nvSpPr>
      <dsp:spPr>
        <a:xfrm>
          <a:off x="0" y="912462"/>
          <a:ext cx="7290197" cy="378000"/>
        </a:xfrm>
        <a:prstGeom prst="rect">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7ACD4F8-3772-4384-8150-E7614E4AFD58}">
      <dsp:nvSpPr>
        <dsp:cNvPr id="0" name=""/>
        <dsp:cNvSpPr/>
      </dsp:nvSpPr>
      <dsp:spPr>
        <a:xfrm>
          <a:off x="364509" y="691062"/>
          <a:ext cx="5103137" cy="44280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886" tIns="0" rIns="192886" bIns="0" numCol="1" spcCol="1270" anchor="ctr" anchorCtr="0">
          <a:noAutofit/>
        </a:bodyPr>
        <a:lstStyle/>
        <a:p>
          <a:pPr marL="0" lvl="0" indent="0" algn="l" defTabSz="666750">
            <a:lnSpc>
              <a:spcPct val="90000"/>
            </a:lnSpc>
            <a:spcBef>
              <a:spcPct val="0"/>
            </a:spcBef>
            <a:spcAft>
              <a:spcPct val="35000"/>
            </a:spcAft>
            <a:buNone/>
          </a:pPr>
          <a:r>
            <a:rPr lang="en-US" sz="1500" kern="1200"/>
            <a:t>Registers or logs in → AuthController validates session</a:t>
          </a:r>
        </a:p>
      </dsp:txBody>
      <dsp:txXfrm>
        <a:off x="386125" y="712678"/>
        <a:ext cx="5059905" cy="399568"/>
      </dsp:txXfrm>
    </dsp:sp>
    <dsp:sp modelId="{DE586678-459B-4B3D-8E84-17CD81FF08F9}">
      <dsp:nvSpPr>
        <dsp:cNvPr id="0" name=""/>
        <dsp:cNvSpPr/>
      </dsp:nvSpPr>
      <dsp:spPr>
        <a:xfrm>
          <a:off x="0" y="1592862"/>
          <a:ext cx="7290197" cy="378000"/>
        </a:xfrm>
        <a:prstGeom prst="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059C10-B8E3-431B-BD47-566BC6FD5EE7}">
      <dsp:nvSpPr>
        <dsp:cNvPr id="0" name=""/>
        <dsp:cNvSpPr/>
      </dsp:nvSpPr>
      <dsp:spPr>
        <a:xfrm>
          <a:off x="364509" y="1371462"/>
          <a:ext cx="5103137" cy="44280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886" tIns="0" rIns="192886" bIns="0" numCol="1" spcCol="1270" anchor="ctr" anchorCtr="0">
          <a:noAutofit/>
        </a:bodyPr>
        <a:lstStyle/>
        <a:p>
          <a:pPr marL="0" lvl="0" indent="0" algn="l" defTabSz="666750">
            <a:lnSpc>
              <a:spcPct val="90000"/>
            </a:lnSpc>
            <a:spcBef>
              <a:spcPct val="0"/>
            </a:spcBef>
            <a:spcAft>
              <a:spcPct val="35000"/>
            </a:spcAft>
            <a:buNone/>
          </a:pPr>
          <a:r>
            <a:rPr lang="en-US" sz="1500" kern="1200"/>
            <a:t>User interacts with features (Courses, Events, Forums, Blogs)</a:t>
          </a:r>
        </a:p>
      </dsp:txBody>
      <dsp:txXfrm>
        <a:off x="386125" y="1393078"/>
        <a:ext cx="5059905" cy="399568"/>
      </dsp:txXfrm>
    </dsp:sp>
    <dsp:sp modelId="{0AD5F9D3-E039-40F1-81E7-2B9B78204E38}">
      <dsp:nvSpPr>
        <dsp:cNvPr id="0" name=""/>
        <dsp:cNvSpPr/>
      </dsp:nvSpPr>
      <dsp:spPr>
        <a:xfrm>
          <a:off x="0" y="2273262"/>
          <a:ext cx="7290197" cy="378000"/>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958782-417B-463B-AB70-140E481766CF}">
      <dsp:nvSpPr>
        <dsp:cNvPr id="0" name=""/>
        <dsp:cNvSpPr/>
      </dsp:nvSpPr>
      <dsp:spPr>
        <a:xfrm>
          <a:off x="364509" y="2051862"/>
          <a:ext cx="5103137" cy="44280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886" tIns="0" rIns="192886" bIns="0" numCol="1" spcCol="1270" anchor="ctr" anchorCtr="0">
          <a:noAutofit/>
        </a:bodyPr>
        <a:lstStyle/>
        <a:p>
          <a:pPr marL="0" lvl="0" indent="0" algn="l" defTabSz="666750">
            <a:lnSpc>
              <a:spcPct val="90000"/>
            </a:lnSpc>
            <a:spcBef>
              <a:spcPct val="0"/>
            </a:spcBef>
            <a:spcAft>
              <a:spcPct val="35000"/>
            </a:spcAft>
            <a:buNone/>
          </a:pPr>
          <a:r>
            <a:rPr lang="en-US" sz="1500" kern="1200"/>
            <a:t>Data fetched from database and rendered through </a:t>
          </a:r>
          <a:r>
            <a:rPr lang="en-US" sz="1500" b="1" kern="1200"/>
            <a:t>Razor Views</a:t>
          </a:r>
          <a:endParaRPr lang="en-US" sz="1500" kern="1200"/>
        </a:p>
      </dsp:txBody>
      <dsp:txXfrm>
        <a:off x="386125" y="2073478"/>
        <a:ext cx="5059905" cy="399568"/>
      </dsp:txXfrm>
    </dsp:sp>
    <dsp:sp modelId="{B4C1B318-CBB9-43D6-B92C-E4B81622FE40}">
      <dsp:nvSpPr>
        <dsp:cNvPr id="0" name=""/>
        <dsp:cNvSpPr/>
      </dsp:nvSpPr>
      <dsp:spPr>
        <a:xfrm>
          <a:off x="0" y="2953662"/>
          <a:ext cx="7290197" cy="378000"/>
        </a:xfrm>
        <a:prstGeom prst="rect">
          <a:avLst/>
        </a:prstGeom>
        <a:solidFill>
          <a:schemeClr val="lt1">
            <a:alpha val="90000"/>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EF30DB-2489-4F12-9906-D2B4642694CC}">
      <dsp:nvSpPr>
        <dsp:cNvPr id="0" name=""/>
        <dsp:cNvSpPr/>
      </dsp:nvSpPr>
      <dsp:spPr>
        <a:xfrm>
          <a:off x="364509" y="2732262"/>
          <a:ext cx="5103137" cy="442800"/>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886" tIns="0" rIns="192886" bIns="0" numCol="1" spcCol="1270" anchor="ctr" anchorCtr="0">
          <a:noAutofit/>
        </a:bodyPr>
        <a:lstStyle/>
        <a:p>
          <a:pPr marL="0" lvl="0" indent="0" algn="l" defTabSz="666750">
            <a:lnSpc>
              <a:spcPct val="90000"/>
            </a:lnSpc>
            <a:spcBef>
              <a:spcPct val="0"/>
            </a:spcBef>
            <a:spcAft>
              <a:spcPct val="35000"/>
            </a:spcAft>
            <a:buNone/>
          </a:pPr>
          <a:r>
            <a:rPr lang="en-US" sz="1500" kern="1200"/>
            <a:t>Files uploaded securely to </a:t>
          </a:r>
          <a:r>
            <a:rPr lang="en-US" sz="1500" b="1" kern="1200"/>
            <a:t>Azure Blob Storage</a:t>
          </a:r>
          <a:endParaRPr lang="en-US" sz="1500" kern="1200"/>
        </a:p>
      </dsp:txBody>
      <dsp:txXfrm>
        <a:off x="386125" y="2753878"/>
        <a:ext cx="5059905" cy="399568"/>
      </dsp:txXfrm>
    </dsp:sp>
    <dsp:sp modelId="{C9546965-EB64-468A-975B-478598D415E9}">
      <dsp:nvSpPr>
        <dsp:cNvPr id="0" name=""/>
        <dsp:cNvSpPr/>
      </dsp:nvSpPr>
      <dsp:spPr>
        <a:xfrm>
          <a:off x="0" y="3634062"/>
          <a:ext cx="7290197" cy="3780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3B4FAF3-B752-4D3B-A17E-02FECD675BDD}">
      <dsp:nvSpPr>
        <dsp:cNvPr id="0" name=""/>
        <dsp:cNvSpPr/>
      </dsp:nvSpPr>
      <dsp:spPr>
        <a:xfrm>
          <a:off x="364509" y="3412662"/>
          <a:ext cx="5103137" cy="442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886" tIns="0" rIns="192886" bIns="0" numCol="1" spcCol="1270" anchor="ctr" anchorCtr="0">
          <a:noAutofit/>
        </a:bodyPr>
        <a:lstStyle/>
        <a:p>
          <a:pPr marL="0" lvl="0" indent="0" algn="l" defTabSz="666750">
            <a:lnSpc>
              <a:spcPct val="90000"/>
            </a:lnSpc>
            <a:spcBef>
              <a:spcPct val="0"/>
            </a:spcBef>
            <a:spcAft>
              <a:spcPct val="35000"/>
            </a:spcAft>
            <a:buNone/>
          </a:pPr>
          <a:r>
            <a:rPr lang="en-US" sz="1500" kern="1200"/>
            <a:t>User actions logged and monitored </a:t>
          </a:r>
        </a:p>
      </dsp:txBody>
      <dsp:txXfrm>
        <a:off x="386125" y="3434278"/>
        <a:ext cx="5059905" cy="39956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A40796-35F9-4213-AA04-3D4FB37D0F36}">
      <dsp:nvSpPr>
        <dsp:cNvPr id="0" name=""/>
        <dsp:cNvSpPr/>
      </dsp:nvSpPr>
      <dsp:spPr>
        <a:xfrm>
          <a:off x="610386" y="70127"/>
          <a:ext cx="920543" cy="92054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9B154E-5AD8-4F44-9E81-D2B4EE838600}">
      <dsp:nvSpPr>
        <dsp:cNvPr id="0" name=""/>
        <dsp:cNvSpPr/>
      </dsp:nvSpPr>
      <dsp:spPr>
        <a:xfrm>
          <a:off x="803700" y="263441"/>
          <a:ext cx="533915" cy="5339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B5EEA0-BCA6-48C4-9636-56A1C4CE877E}">
      <dsp:nvSpPr>
        <dsp:cNvPr id="0" name=""/>
        <dsp:cNvSpPr/>
      </dsp:nvSpPr>
      <dsp:spPr>
        <a:xfrm>
          <a:off x="1728189" y="70127"/>
          <a:ext cx="2169853" cy="920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UnganaConnect is a </a:t>
          </a:r>
          <a:r>
            <a:rPr lang="en-GB" sz="1100" b="1" kern="1200"/>
            <a:t>training and resource management platform</a:t>
          </a:r>
          <a:r>
            <a:rPr lang="en-GB" sz="1100" kern="1200"/>
            <a:t> designed to empower NGOs and organizations through digital learning, collaboration, and community engagement.</a:t>
          </a:r>
          <a:endParaRPr lang="en-US" sz="1100" kern="1200"/>
        </a:p>
      </dsp:txBody>
      <dsp:txXfrm>
        <a:off x="1728189" y="70127"/>
        <a:ext cx="2169853" cy="920543"/>
      </dsp:txXfrm>
    </dsp:sp>
    <dsp:sp modelId="{7E700D37-0DB3-4D7C-B517-FB37D45F2C66}">
      <dsp:nvSpPr>
        <dsp:cNvPr id="0" name=""/>
        <dsp:cNvSpPr/>
      </dsp:nvSpPr>
      <dsp:spPr>
        <a:xfrm>
          <a:off x="4276123" y="70127"/>
          <a:ext cx="920543" cy="92054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EFABCE-55AB-4B4F-8B0A-3567B168CCBF}">
      <dsp:nvSpPr>
        <dsp:cNvPr id="0" name=""/>
        <dsp:cNvSpPr/>
      </dsp:nvSpPr>
      <dsp:spPr>
        <a:xfrm>
          <a:off x="4469437" y="263441"/>
          <a:ext cx="533915" cy="5339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5E88A9-88BA-4F8E-9CAE-5B07801B860E}">
      <dsp:nvSpPr>
        <dsp:cNvPr id="0" name=""/>
        <dsp:cNvSpPr/>
      </dsp:nvSpPr>
      <dsp:spPr>
        <a:xfrm>
          <a:off x="5393926" y="70127"/>
          <a:ext cx="2169853" cy="920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b="1" kern="1200"/>
            <a:t>Purpose of This Presentation</a:t>
          </a:r>
          <a:endParaRPr lang="en-US" sz="1100" kern="1200"/>
        </a:p>
      </dsp:txBody>
      <dsp:txXfrm>
        <a:off x="5393926" y="70127"/>
        <a:ext cx="2169853" cy="920543"/>
      </dsp:txXfrm>
    </dsp:sp>
    <dsp:sp modelId="{352C04E5-5732-45B9-95AE-39EA06DBD461}">
      <dsp:nvSpPr>
        <dsp:cNvPr id="0" name=""/>
        <dsp:cNvSpPr/>
      </dsp:nvSpPr>
      <dsp:spPr>
        <a:xfrm>
          <a:off x="610386" y="1738127"/>
          <a:ext cx="920543" cy="92054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74F411-3DEA-4194-87AE-0F56C63498BF}">
      <dsp:nvSpPr>
        <dsp:cNvPr id="0" name=""/>
        <dsp:cNvSpPr/>
      </dsp:nvSpPr>
      <dsp:spPr>
        <a:xfrm>
          <a:off x="803700" y="1931441"/>
          <a:ext cx="533915" cy="5339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626330-18C2-4626-84D3-B09EF26357BB}">
      <dsp:nvSpPr>
        <dsp:cNvPr id="0" name=""/>
        <dsp:cNvSpPr/>
      </dsp:nvSpPr>
      <dsp:spPr>
        <a:xfrm>
          <a:off x="1728189" y="1738127"/>
          <a:ext cx="2169853" cy="920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dirty="0"/>
            <a:t>To provide a </a:t>
          </a:r>
          <a:r>
            <a:rPr lang="en-GB" sz="1100" b="1" kern="1200" dirty="0"/>
            <a:t>technical overview</a:t>
          </a:r>
          <a:r>
            <a:rPr lang="en-GB" sz="1100" kern="1200" dirty="0"/>
            <a:t> of the backend architecture, highlighting how </a:t>
          </a:r>
          <a:r>
            <a:rPr lang="en-GB" sz="1100" b="1" kern="1200" dirty="0"/>
            <a:t>enterprise-grade design</a:t>
          </a:r>
          <a:r>
            <a:rPr lang="en-GB" sz="1100" kern="1200" dirty="0"/>
            <a:t>, </a:t>
          </a:r>
          <a:r>
            <a:rPr lang="en-GB" sz="1100" b="1" kern="1200" dirty="0"/>
            <a:t>modern frameworks</a:t>
          </a:r>
          <a:r>
            <a:rPr lang="en-GB" sz="1100" kern="1200" dirty="0"/>
            <a:t>, and </a:t>
          </a:r>
          <a:r>
            <a:rPr lang="en-GB" sz="1100" b="1" kern="1200" dirty="0"/>
            <a:t>cloud-based services</a:t>
          </a:r>
          <a:r>
            <a:rPr lang="en-GB" sz="1100" kern="1200" dirty="0"/>
            <a:t> power the </a:t>
          </a:r>
          <a:r>
            <a:rPr lang="en-GB" sz="1100" kern="1200" dirty="0" err="1"/>
            <a:t>UnganaConnect</a:t>
          </a:r>
          <a:r>
            <a:rPr lang="en-GB" sz="1100" kern="1200" dirty="0"/>
            <a:t> ecosystem.</a:t>
          </a:r>
          <a:endParaRPr lang="en-US" sz="1100" kern="1200" dirty="0"/>
        </a:p>
      </dsp:txBody>
      <dsp:txXfrm>
        <a:off x="1728189" y="1738127"/>
        <a:ext cx="2169853" cy="920543"/>
      </dsp:txXfrm>
    </dsp:sp>
    <dsp:sp modelId="{8A6FF208-44FE-41DF-961B-8459309D06BC}">
      <dsp:nvSpPr>
        <dsp:cNvPr id="0" name=""/>
        <dsp:cNvSpPr/>
      </dsp:nvSpPr>
      <dsp:spPr>
        <a:xfrm>
          <a:off x="4276123" y="1738127"/>
          <a:ext cx="920543" cy="92054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6DA30D-4BEB-40EF-8DBA-85B472C38663}">
      <dsp:nvSpPr>
        <dsp:cNvPr id="0" name=""/>
        <dsp:cNvSpPr/>
      </dsp:nvSpPr>
      <dsp:spPr>
        <a:xfrm>
          <a:off x="4469437" y="1931441"/>
          <a:ext cx="533915" cy="5339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9A5A49-CF54-4ED4-8F73-A9400019B8E0}">
      <dsp:nvSpPr>
        <dsp:cNvPr id="0" name=""/>
        <dsp:cNvSpPr/>
      </dsp:nvSpPr>
      <dsp:spPr>
        <a:xfrm>
          <a:off x="5393926" y="1738127"/>
          <a:ext cx="2169853" cy="920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Focus Points</a:t>
          </a:r>
          <a:endParaRPr lang="en-US" sz="1100" kern="1200"/>
        </a:p>
      </dsp:txBody>
      <dsp:txXfrm>
        <a:off x="5393926" y="1738127"/>
        <a:ext cx="2169853" cy="920543"/>
      </dsp:txXfrm>
    </dsp:sp>
    <dsp:sp modelId="{FAD9F5D5-660E-4525-84E5-F7A0AD7BC255}">
      <dsp:nvSpPr>
        <dsp:cNvPr id="0" name=""/>
        <dsp:cNvSpPr/>
      </dsp:nvSpPr>
      <dsp:spPr>
        <a:xfrm>
          <a:off x="610386" y="3406126"/>
          <a:ext cx="920543" cy="92054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25DDC2-77E0-42D3-9F5E-20E63CBADB4C}">
      <dsp:nvSpPr>
        <dsp:cNvPr id="0" name=""/>
        <dsp:cNvSpPr/>
      </dsp:nvSpPr>
      <dsp:spPr>
        <a:xfrm>
          <a:off x="803700" y="3599440"/>
          <a:ext cx="533915" cy="5339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02C554-344E-47D9-9E14-581EEEC64CE3}">
      <dsp:nvSpPr>
        <dsp:cNvPr id="0" name=""/>
        <dsp:cNvSpPr/>
      </dsp:nvSpPr>
      <dsp:spPr>
        <a:xfrm>
          <a:off x="1728189" y="3406126"/>
          <a:ext cx="2169853" cy="920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Architecture &amp; Technologies</a:t>
          </a:r>
          <a:endParaRPr lang="en-US" sz="1100" kern="1200"/>
        </a:p>
      </dsp:txBody>
      <dsp:txXfrm>
        <a:off x="1728189" y="3406126"/>
        <a:ext cx="2169853" cy="920543"/>
      </dsp:txXfrm>
    </dsp:sp>
    <dsp:sp modelId="{B11F3391-58F3-408B-A7C1-50743A4C9284}">
      <dsp:nvSpPr>
        <dsp:cNvPr id="0" name=""/>
        <dsp:cNvSpPr/>
      </dsp:nvSpPr>
      <dsp:spPr>
        <a:xfrm>
          <a:off x="4276123" y="3406126"/>
          <a:ext cx="920543" cy="92054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E328DE-78A7-4095-BF5A-DB86E3C5FE9C}">
      <dsp:nvSpPr>
        <dsp:cNvPr id="0" name=""/>
        <dsp:cNvSpPr/>
      </dsp:nvSpPr>
      <dsp:spPr>
        <a:xfrm>
          <a:off x="4469437" y="3599440"/>
          <a:ext cx="533915" cy="53391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E15E58-2798-499B-BE84-B658B404A02A}">
      <dsp:nvSpPr>
        <dsp:cNvPr id="0" name=""/>
        <dsp:cNvSpPr/>
      </dsp:nvSpPr>
      <dsp:spPr>
        <a:xfrm>
          <a:off x="5393926" y="3406126"/>
          <a:ext cx="2169853" cy="920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4 core modules</a:t>
          </a:r>
          <a:endParaRPr lang="en-US" sz="1100" kern="1200"/>
        </a:p>
      </dsp:txBody>
      <dsp:txXfrm>
        <a:off x="5393926" y="3406126"/>
        <a:ext cx="2169853" cy="92054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81529-99BB-4CFA-8DEE-AC1DFC3AAEC0}">
      <dsp:nvSpPr>
        <dsp:cNvPr id="0" name=""/>
        <dsp:cNvSpPr/>
      </dsp:nvSpPr>
      <dsp:spPr>
        <a:xfrm>
          <a:off x="0" y="513179"/>
          <a:ext cx="7290055" cy="6844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Core Framework</a:t>
          </a:r>
          <a:endParaRPr lang="en-US" sz="3000" kern="1200"/>
        </a:p>
      </dsp:txBody>
      <dsp:txXfrm>
        <a:off x="33412" y="546591"/>
        <a:ext cx="7223231" cy="617626"/>
      </dsp:txXfrm>
    </dsp:sp>
    <dsp:sp modelId="{DCBF78BA-BC67-4189-9C7D-3BE0E6082CAD}">
      <dsp:nvSpPr>
        <dsp:cNvPr id="0" name=""/>
        <dsp:cNvSpPr/>
      </dsp:nvSpPr>
      <dsp:spPr>
        <a:xfrm>
          <a:off x="0" y="1284029"/>
          <a:ext cx="7290055" cy="6844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ASP.NET Core 8.0 MVC</a:t>
          </a:r>
          <a:endParaRPr lang="en-US" sz="3000" kern="1200"/>
        </a:p>
      </dsp:txBody>
      <dsp:txXfrm>
        <a:off x="33412" y="1317441"/>
        <a:ext cx="7223231" cy="617626"/>
      </dsp:txXfrm>
    </dsp:sp>
    <dsp:sp modelId="{FB155EB5-3CB9-40B5-A251-B292425F7A30}">
      <dsp:nvSpPr>
        <dsp:cNvPr id="0" name=""/>
        <dsp:cNvSpPr/>
      </dsp:nvSpPr>
      <dsp:spPr>
        <a:xfrm>
          <a:off x="0" y="2054880"/>
          <a:ext cx="7290055" cy="6844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C# .NET 8</a:t>
          </a:r>
          <a:r>
            <a:rPr lang="en-US" sz="3000" kern="1200"/>
            <a:t> — Cross-platform, modern runtime</a:t>
          </a:r>
        </a:p>
      </dsp:txBody>
      <dsp:txXfrm>
        <a:off x="33412" y="2088292"/>
        <a:ext cx="7223231" cy="617626"/>
      </dsp:txXfrm>
    </dsp:sp>
    <dsp:sp modelId="{8C9C68D3-9F4B-479D-89F8-DE4615CECA76}">
      <dsp:nvSpPr>
        <dsp:cNvPr id="0" name=""/>
        <dsp:cNvSpPr/>
      </dsp:nvSpPr>
      <dsp:spPr>
        <a:xfrm>
          <a:off x="0" y="2825730"/>
          <a:ext cx="7290055" cy="6844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Pattern</a:t>
          </a:r>
          <a:r>
            <a:rPr lang="en-US" sz="3000" kern="1200"/>
            <a:t>: Model-View-Controller</a:t>
          </a:r>
        </a:p>
      </dsp:txBody>
      <dsp:txXfrm>
        <a:off x="33412" y="2859142"/>
        <a:ext cx="7223231" cy="6176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F5325-1195-4115-A15C-9C2FBDEDF378}">
      <dsp:nvSpPr>
        <dsp:cNvPr id="0" name=""/>
        <dsp:cNvSpPr/>
      </dsp:nvSpPr>
      <dsp:spPr>
        <a:xfrm>
          <a:off x="427151" y="507"/>
          <a:ext cx="2011172" cy="120670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1. Frontend Layer – ASP.NET Core MVC</a:t>
          </a:r>
          <a:endParaRPr lang="en-US" sz="1400" kern="1200"/>
        </a:p>
      </dsp:txBody>
      <dsp:txXfrm>
        <a:off x="427151" y="507"/>
        <a:ext cx="2011172" cy="1206703"/>
      </dsp:txXfrm>
    </dsp:sp>
    <dsp:sp modelId="{2756377A-4873-4991-856F-5F31A0D892ED}">
      <dsp:nvSpPr>
        <dsp:cNvPr id="0" name=""/>
        <dsp:cNvSpPr/>
      </dsp:nvSpPr>
      <dsp:spPr>
        <a:xfrm>
          <a:off x="2639441" y="507"/>
          <a:ext cx="2011172" cy="120670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Handles </a:t>
          </a:r>
          <a:r>
            <a:rPr lang="en-US" sz="1400" b="1" kern="1200"/>
            <a:t>user interaction</a:t>
          </a:r>
          <a:r>
            <a:rPr lang="en-US" sz="1400" kern="1200"/>
            <a:t> and presentation logic.</a:t>
          </a:r>
        </a:p>
      </dsp:txBody>
      <dsp:txXfrm>
        <a:off x="2639441" y="507"/>
        <a:ext cx="2011172" cy="1206703"/>
      </dsp:txXfrm>
    </dsp:sp>
    <dsp:sp modelId="{86925309-DE1D-4A71-A195-901A5ACCDF3B}">
      <dsp:nvSpPr>
        <dsp:cNvPr id="0" name=""/>
        <dsp:cNvSpPr/>
      </dsp:nvSpPr>
      <dsp:spPr>
        <a:xfrm>
          <a:off x="4851730" y="507"/>
          <a:ext cx="2011172" cy="120670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Includes:</a:t>
          </a:r>
          <a:endParaRPr lang="en-US" sz="1400" kern="1200"/>
        </a:p>
      </dsp:txBody>
      <dsp:txXfrm>
        <a:off x="4851730" y="507"/>
        <a:ext cx="2011172" cy="1206703"/>
      </dsp:txXfrm>
    </dsp:sp>
    <dsp:sp modelId="{D9CC72EE-D20E-4FE6-A719-091B06D54DEE}">
      <dsp:nvSpPr>
        <dsp:cNvPr id="0" name=""/>
        <dsp:cNvSpPr/>
      </dsp:nvSpPr>
      <dsp:spPr>
        <a:xfrm>
          <a:off x="427151" y="1408328"/>
          <a:ext cx="2011172" cy="120670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Controllers:</a:t>
          </a:r>
          <a:r>
            <a:rPr lang="en-US" sz="1400" kern="1200"/>
            <a:t> Manage requests (Auth, Course, Resource, Blog, Forum, Event, Profile)</a:t>
          </a:r>
        </a:p>
      </dsp:txBody>
      <dsp:txXfrm>
        <a:off x="427151" y="1408328"/>
        <a:ext cx="2011172" cy="1206703"/>
      </dsp:txXfrm>
    </dsp:sp>
    <dsp:sp modelId="{AB6B6A2F-281C-4085-88A7-F1B945467011}">
      <dsp:nvSpPr>
        <dsp:cNvPr id="0" name=""/>
        <dsp:cNvSpPr/>
      </dsp:nvSpPr>
      <dsp:spPr>
        <a:xfrm>
          <a:off x="2639441" y="1408328"/>
          <a:ext cx="2011172" cy="120670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Views:</a:t>
          </a:r>
          <a:r>
            <a:rPr lang="en-US" sz="1400" kern="1200"/>
            <a:t> Razor pages with </a:t>
          </a:r>
          <a:r>
            <a:rPr lang="en-US" sz="1400" b="1" kern="1200"/>
            <a:t>Bootstrap</a:t>
          </a:r>
          <a:r>
            <a:rPr lang="en-US" sz="1400" kern="1200"/>
            <a:t> for a responsive UI</a:t>
          </a:r>
        </a:p>
      </dsp:txBody>
      <dsp:txXfrm>
        <a:off x="2639441" y="1408328"/>
        <a:ext cx="2011172" cy="1206703"/>
      </dsp:txXfrm>
    </dsp:sp>
    <dsp:sp modelId="{1C04523A-B038-4C0F-8C08-768D080CB356}">
      <dsp:nvSpPr>
        <dsp:cNvPr id="0" name=""/>
        <dsp:cNvSpPr/>
      </dsp:nvSpPr>
      <dsp:spPr>
        <a:xfrm>
          <a:off x="4851730" y="1408328"/>
          <a:ext cx="2011172" cy="120670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Models:</a:t>
          </a:r>
          <a:r>
            <a:rPr lang="en-US" sz="1400" kern="1200"/>
            <a:t> Contain </a:t>
          </a:r>
          <a:r>
            <a:rPr lang="en-US" sz="1400" b="1" kern="1200"/>
            <a:t>Entities</a:t>
          </a:r>
          <a:r>
            <a:rPr lang="en-US" sz="1400" kern="1200"/>
            <a:t>, </a:t>
          </a:r>
          <a:r>
            <a:rPr lang="en-US" sz="1400" b="1" kern="1200"/>
            <a:t>DTOs</a:t>
          </a:r>
          <a:r>
            <a:rPr lang="en-US" sz="1400" kern="1200"/>
            <a:t>, and </a:t>
          </a:r>
          <a:r>
            <a:rPr lang="en-US" sz="1400" b="1" kern="1200"/>
            <a:t>ViewModels</a:t>
          </a:r>
          <a:r>
            <a:rPr lang="en-US" sz="1400" kern="1200"/>
            <a:t> for data transfer</a:t>
          </a:r>
        </a:p>
      </dsp:txBody>
      <dsp:txXfrm>
        <a:off x="4851730" y="1408328"/>
        <a:ext cx="2011172" cy="1206703"/>
      </dsp:txXfrm>
    </dsp:sp>
    <dsp:sp modelId="{CEEE3283-D9B4-448D-A0F3-064598887D0C}">
      <dsp:nvSpPr>
        <dsp:cNvPr id="0" name=""/>
        <dsp:cNvSpPr/>
      </dsp:nvSpPr>
      <dsp:spPr>
        <a:xfrm>
          <a:off x="2639441" y="2816148"/>
          <a:ext cx="2011172" cy="120670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Purpose:</a:t>
          </a:r>
          <a:br>
            <a:rPr lang="en-US" sz="1400" kern="1200"/>
          </a:br>
          <a:r>
            <a:rPr lang="en-US" sz="1400" kern="1200"/>
            <a:t>Display dynamic content, manage forms, and route user actions through the MVC pipeline.</a:t>
          </a:r>
        </a:p>
      </dsp:txBody>
      <dsp:txXfrm>
        <a:off x="2639441" y="2816148"/>
        <a:ext cx="2011172" cy="120670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5F55AC-FA26-40A2-AFF9-0C6AE7CCF6AA}">
      <dsp:nvSpPr>
        <dsp:cNvPr id="0" name=""/>
        <dsp:cNvSpPr/>
      </dsp:nvSpPr>
      <dsp:spPr>
        <a:xfrm>
          <a:off x="343633" y="165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B0405-B7F0-4590-8DF0-0D22EAFDA105}">
      <dsp:nvSpPr>
        <dsp:cNvPr id="0" name=""/>
        <dsp:cNvSpPr/>
      </dsp:nvSpPr>
      <dsp:spPr>
        <a:xfrm>
          <a:off x="527200" y="200083"/>
          <a:ext cx="506994" cy="5069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B3E259-B823-4D60-9287-9DC1FD21AC64}">
      <dsp:nvSpPr>
        <dsp:cNvPr id="0" name=""/>
        <dsp:cNvSpPr/>
      </dsp:nvSpPr>
      <dsp:spPr>
        <a:xfrm>
          <a:off x="1405074" y="165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GB" sz="1200" b="1" kern="1200"/>
            <a:t>Contains business logic and external integrations.</a:t>
          </a:r>
          <a:endParaRPr lang="en-US" sz="1200" kern="1200"/>
        </a:p>
      </dsp:txBody>
      <dsp:txXfrm>
        <a:off x="1405074" y="16516"/>
        <a:ext cx="2060444" cy="874127"/>
      </dsp:txXfrm>
    </dsp:sp>
    <dsp:sp modelId="{1F604599-6729-481A-B9BF-6E29B29CC9E6}">
      <dsp:nvSpPr>
        <dsp:cNvPr id="0" name=""/>
        <dsp:cNvSpPr/>
      </dsp:nvSpPr>
      <dsp:spPr>
        <a:xfrm>
          <a:off x="3824535" y="165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F4320A-F9E1-4686-BD45-A5EBAB8BB1EF}">
      <dsp:nvSpPr>
        <dsp:cNvPr id="0" name=""/>
        <dsp:cNvSpPr/>
      </dsp:nvSpPr>
      <dsp:spPr>
        <a:xfrm>
          <a:off x="4008102" y="200083"/>
          <a:ext cx="506994" cy="5069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148BC9-D7F0-4A7D-B5FD-AE269D9EB46E}">
      <dsp:nvSpPr>
        <dsp:cNvPr id="0" name=""/>
        <dsp:cNvSpPr/>
      </dsp:nvSpPr>
      <dsp:spPr>
        <a:xfrm>
          <a:off x="4885976" y="165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GB" sz="1200" b="1" kern="1200"/>
            <a:t>Includes:</a:t>
          </a:r>
          <a:endParaRPr lang="en-US" sz="1200" kern="1200"/>
        </a:p>
      </dsp:txBody>
      <dsp:txXfrm>
        <a:off x="4885976" y="16516"/>
        <a:ext cx="2060444" cy="874127"/>
      </dsp:txXfrm>
    </dsp:sp>
    <dsp:sp modelId="{A71BB384-A4AA-4BE1-AC58-8B555BDD78E5}">
      <dsp:nvSpPr>
        <dsp:cNvPr id="0" name=""/>
        <dsp:cNvSpPr/>
      </dsp:nvSpPr>
      <dsp:spPr>
        <a:xfrm>
          <a:off x="343633" y="15746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F8D8A4-249B-4C2E-803D-6522C742317A}">
      <dsp:nvSpPr>
        <dsp:cNvPr id="0" name=""/>
        <dsp:cNvSpPr/>
      </dsp:nvSpPr>
      <dsp:spPr>
        <a:xfrm>
          <a:off x="527200" y="1758182"/>
          <a:ext cx="506994" cy="5069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9B385C-0229-4207-B4D8-EBB52BCDD2F4}">
      <dsp:nvSpPr>
        <dsp:cNvPr id="0" name=""/>
        <dsp:cNvSpPr/>
      </dsp:nvSpPr>
      <dsp:spPr>
        <a:xfrm>
          <a:off x="1405074" y="15746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GB" sz="1200" kern="1200"/>
            <a:t>ApiService: Handles REST API calls (GET, POST, PUT, DELETE)</a:t>
          </a:r>
          <a:endParaRPr lang="en-US" sz="1200" kern="1200"/>
        </a:p>
      </dsp:txBody>
      <dsp:txXfrm>
        <a:off x="1405074" y="1574616"/>
        <a:ext cx="2060444" cy="874127"/>
      </dsp:txXfrm>
    </dsp:sp>
    <dsp:sp modelId="{0122AD92-D645-4311-91F3-3BBCDFB04F2A}">
      <dsp:nvSpPr>
        <dsp:cNvPr id="0" name=""/>
        <dsp:cNvSpPr/>
      </dsp:nvSpPr>
      <dsp:spPr>
        <a:xfrm>
          <a:off x="3824535" y="1574616"/>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0E898F-B62B-4C17-A9E0-5C9D6D1FEA55}">
      <dsp:nvSpPr>
        <dsp:cNvPr id="0" name=""/>
        <dsp:cNvSpPr/>
      </dsp:nvSpPr>
      <dsp:spPr>
        <a:xfrm>
          <a:off x="4008102" y="1758182"/>
          <a:ext cx="506994" cy="5069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3C02E4-842D-4197-BF3E-D9182405BB11}">
      <dsp:nvSpPr>
        <dsp:cNvPr id="0" name=""/>
        <dsp:cNvSpPr/>
      </dsp:nvSpPr>
      <dsp:spPr>
        <a:xfrm>
          <a:off x="4885976" y="1574616"/>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GB" sz="1200" kern="1200"/>
            <a:t>BlobService: Manages file uploads/downloads to Azure Blob Storage</a:t>
          </a:r>
          <a:endParaRPr lang="en-US" sz="1200" kern="1200"/>
        </a:p>
      </dsp:txBody>
      <dsp:txXfrm>
        <a:off x="4885976" y="1574616"/>
        <a:ext cx="2060444" cy="874127"/>
      </dsp:txXfrm>
    </dsp:sp>
    <dsp:sp modelId="{B385885F-37F0-44C8-AE14-F0F5E21D1073}">
      <dsp:nvSpPr>
        <dsp:cNvPr id="0" name=""/>
        <dsp:cNvSpPr/>
      </dsp:nvSpPr>
      <dsp:spPr>
        <a:xfrm>
          <a:off x="343633" y="3132715"/>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1DDD2D-9FB1-4A0F-800A-780B239CD0C1}">
      <dsp:nvSpPr>
        <dsp:cNvPr id="0" name=""/>
        <dsp:cNvSpPr/>
      </dsp:nvSpPr>
      <dsp:spPr>
        <a:xfrm>
          <a:off x="527200" y="3316282"/>
          <a:ext cx="506994" cy="50699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853572-1D8C-41FA-93C2-9E85980A1395}">
      <dsp:nvSpPr>
        <dsp:cNvPr id="0" name=""/>
        <dsp:cNvSpPr/>
      </dsp:nvSpPr>
      <dsp:spPr>
        <a:xfrm>
          <a:off x="1405074" y="3132715"/>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GB" sz="1200" kern="1200"/>
            <a:t>Session Management: Controls authentication, user roles, and session state</a:t>
          </a:r>
          <a:endParaRPr lang="en-US" sz="1200" kern="1200"/>
        </a:p>
      </dsp:txBody>
      <dsp:txXfrm>
        <a:off x="1405074" y="3132715"/>
        <a:ext cx="2060444" cy="874127"/>
      </dsp:txXfrm>
    </dsp:sp>
    <dsp:sp modelId="{F93060F2-1BEE-4B97-9333-C0423A251064}">
      <dsp:nvSpPr>
        <dsp:cNvPr id="0" name=""/>
        <dsp:cNvSpPr/>
      </dsp:nvSpPr>
      <dsp:spPr>
        <a:xfrm>
          <a:off x="3824535" y="3132715"/>
          <a:ext cx="874127" cy="8741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9A1B84-8939-44E0-B003-1B2D1DC71317}">
      <dsp:nvSpPr>
        <dsp:cNvPr id="0" name=""/>
        <dsp:cNvSpPr/>
      </dsp:nvSpPr>
      <dsp:spPr>
        <a:xfrm>
          <a:off x="4008102" y="3316282"/>
          <a:ext cx="506994" cy="50699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F4F9A8-4559-4181-B8F2-6677EE69335E}">
      <dsp:nvSpPr>
        <dsp:cNvPr id="0" name=""/>
        <dsp:cNvSpPr/>
      </dsp:nvSpPr>
      <dsp:spPr>
        <a:xfrm>
          <a:off x="4885976" y="3132715"/>
          <a:ext cx="2060444" cy="874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GB" sz="1200" kern="1200"/>
            <a:t>Purpose:</a:t>
          </a:r>
          <a:br>
            <a:rPr lang="en-GB" sz="1200" kern="1200"/>
          </a:br>
          <a:r>
            <a:rPr lang="en-GB" sz="1200" kern="1200"/>
            <a:t>Acts as a bridge between the UI and the data, ensuring all operations follow consistent business rules.</a:t>
          </a:r>
          <a:endParaRPr lang="en-US" sz="1200" kern="1200"/>
        </a:p>
      </dsp:txBody>
      <dsp:txXfrm>
        <a:off x="4885976" y="3132715"/>
        <a:ext cx="2060444" cy="87412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3BE84-F61B-4C7F-B3E6-B1ADCB797693}">
      <dsp:nvSpPr>
        <dsp:cNvPr id="0" name=""/>
        <dsp:cNvSpPr/>
      </dsp:nvSpPr>
      <dsp:spPr>
        <a:xfrm>
          <a:off x="2343974" y="488727"/>
          <a:ext cx="378753" cy="91440"/>
        </a:xfrm>
        <a:custGeom>
          <a:avLst/>
          <a:gdLst/>
          <a:ahLst/>
          <a:cxnLst/>
          <a:rect l="0" t="0" r="0" b="0"/>
          <a:pathLst>
            <a:path>
              <a:moveTo>
                <a:pt x="0" y="45720"/>
              </a:moveTo>
              <a:lnTo>
                <a:pt x="378753"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23117" y="532400"/>
        <a:ext cx="20467" cy="4093"/>
      </dsp:txXfrm>
    </dsp:sp>
    <dsp:sp modelId="{F36ED489-E54B-410A-A310-B5423FA90C00}">
      <dsp:nvSpPr>
        <dsp:cNvPr id="0" name=""/>
        <dsp:cNvSpPr/>
      </dsp:nvSpPr>
      <dsp:spPr>
        <a:xfrm>
          <a:off x="565975" y="507"/>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Purpose:</a:t>
          </a:r>
          <a:br>
            <a:rPr lang="en-US" sz="1400" kern="1200"/>
          </a:br>
          <a:r>
            <a:rPr lang="en-US" sz="1400" kern="1200"/>
            <a:t>Provides operational stability, monitoring, and deployment capabilities.</a:t>
          </a:r>
        </a:p>
      </dsp:txBody>
      <dsp:txXfrm>
        <a:off x="565975" y="507"/>
        <a:ext cx="1779798" cy="1067879"/>
      </dsp:txXfrm>
    </dsp:sp>
    <dsp:sp modelId="{8CDAD36A-E528-4FFC-992B-7C1C0F391860}">
      <dsp:nvSpPr>
        <dsp:cNvPr id="0" name=""/>
        <dsp:cNvSpPr/>
      </dsp:nvSpPr>
      <dsp:spPr>
        <a:xfrm>
          <a:off x="4533126" y="488727"/>
          <a:ext cx="378753" cy="91440"/>
        </a:xfrm>
        <a:custGeom>
          <a:avLst/>
          <a:gdLst/>
          <a:ahLst/>
          <a:cxnLst/>
          <a:rect l="0" t="0" r="0" b="0"/>
          <a:pathLst>
            <a:path>
              <a:moveTo>
                <a:pt x="0" y="45720"/>
              </a:moveTo>
              <a:lnTo>
                <a:pt x="378753"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12269" y="532400"/>
        <a:ext cx="20467" cy="4093"/>
      </dsp:txXfrm>
    </dsp:sp>
    <dsp:sp modelId="{1E71CBF9-1B24-4E6D-9F49-5D9F2D8236E8}">
      <dsp:nvSpPr>
        <dsp:cNvPr id="0" name=""/>
        <dsp:cNvSpPr/>
      </dsp:nvSpPr>
      <dsp:spPr>
        <a:xfrm>
          <a:off x="2755128" y="507"/>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Core Components:</a:t>
          </a:r>
          <a:endParaRPr lang="en-US" sz="1400" kern="1200"/>
        </a:p>
      </dsp:txBody>
      <dsp:txXfrm>
        <a:off x="2755128" y="507"/>
        <a:ext cx="1779798" cy="1067879"/>
      </dsp:txXfrm>
    </dsp:sp>
    <dsp:sp modelId="{D7CEEAB5-AA67-4505-B0C5-7F1C75059A23}">
      <dsp:nvSpPr>
        <dsp:cNvPr id="0" name=""/>
        <dsp:cNvSpPr/>
      </dsp:nvSpPr>
      <dsp:spPr>
        <a:xfrm>
          <a:off x="1455875" y="1066586"/>
          <a:ext cx="4378304" cy="378753"/>
        </a:xfrm>
        <a:custGeom>
          <a:avLst/>
          <a:gdLst/>
          <a:ahLst/>
          <a:cxnLst/>
          <a:rect l="0" t="0" r="0" b="0"/>
          <a:pathLst>
            <a:path>
              <a:moveTo>
                <a:pt x="4378304" y="0"/>
              </a:moveTo>
              <a:lnTo>
                <a:pt x="4378304" y="206476"/>
              </a:lnTo>
              <a:lnTo>
                <a:pt x="0" y="206476"/>
              </a:lnTo>
              <a:lnTo>
                <a:pt x="0" y="378753"/>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35092" y="1253916"/>
        <a:ext cx="219869" cy="4093"/>
      </dsp:txXfrm>
    </dsp:sp>
    <dsp:sp modelId="{8FDD455E-0EDF-4D31-9AA3-2246BCCCB472}">
      <dsp:nvSpPr>
        <dsp:cNvPr id="0" name=""/>
        <dsp:cNvSpPr/>
      </dsp:nvSpPr>
      <dsp:spPr>
        <a:xfrm>
          <a:off x="4944280" y="507"/>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Logging:</a:t>
          </a:r>
          <a:r>
            <a:rPr lang="en-US" sz="1400" kern="1200"/>
            <a:t> Serilog (Console, File, JSON logs)</a:t>
          </a:r>
        </a:p>
      </dsp:txBody>
      <dsp:txXfrm>
        <a:off x="4944280" y="507"/>
        <a:ext cx="1779798" cy="1067879"/>
      </dsp:txXfrm>
    </dsp:sp>
    <dsp:sp modelId="{79EC3B7D-DB99-4B2C-ACFC-DAD1D38B15AD}">
      <dsp:nvSpPr>
        <dsp:cNvPr id="0" name=""/>
        <dsp:cNvSpPr/>
      </dsp:nvSpPr>
      <dsp:spPr>
        <a:xfrm>
          <a:off x="2343974" y="1965960"/>
          <a:ext cx="378753" cy="91440"/>
        </a:xfrm>
        <a:custGeom>
          <a:avLst/>
          <a:gdLst/>
          <a:ahLst/>
          <a:cxnLst/>
          <a:rect l="0" t="0" r="0" b="0"/>
          <a:pathLst>
            <a:path>
              <a:moveTo>
                <a:pt x="0" y="45720"/>
              </a:moveTo>
              <a:lnTo>
                <a:pt x="378753"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23117" y="2009633"/>
        <a:ext cx="20467" cy="4093"/>
      </dsp:txXfrm>
    </dsp:sp>
    <dsp:sp modelId="{CE05828A-6B19-4450-AAEA-5F0C78C52FE4}">
      <dsp:nvSpPr>
        <dsp:cNvPr id="0" name=""/>
        <dsp:cNvSpPr/>
      </dsp:nvSpPr>
      <dsp:spPr>
        <a:xfrm>
          <a:off x="565975" y="1477740"/>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Configuration:</a:t>
          </a:r>
          <a:r>
            <a:rPr lang="en-US" sz="1400" kern="1200"/>
            <a:t> Environment variables env</a:t>
          </a:r>
        </a:p>
      </dsp:txBody>
      <dsp:txXfrm>
        <a:off x="565975" y="1477740"/>
        <a:ext cx="1779798" cy="1067879"/>
      </dsp:txXfrm>
    </dsp:sp>
    <dsp:sp modelId="{FC437E08-3037-4885-8CB3-A45209F06183}">
      <dsp:nvSpPr>
        <dsp:cNvPr id="0" name=""/>
        <dsp:cNvSpPr/>
      </dsp:nvSpPr>
      <dsp:spPr>
        <a:xfrm>
          <a:off x="4533126" y="1965960"/>
          <a:ext cx="378753" cy="91440"/>
        </a:xfrm>
        <a:custGeom>
          <a:avLst/>
          <a:gdLst/>
          <a:ahLst/>
          <a:cxnLst/>
          <a:rect l="0" t="0" r="0" b="0"/>
          <a:pathLst>
            <a:path>
              <a:moveTo>
                <a:pt x="0" y="45720"/>
              </a:moveTo>
              <a:lnTo>
                <a:pt x="378753"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12269" y="2009633"/>
        <a:ext cx="20467" cy="4093"/>
      </dsp:txXfrm>
    </dsp:sp>
    <dsp:sp modelId="{8263250E-5AA0-4FF1-9D33-6086C6FFC2FC}">
      <dsp:nvSpPr>
        <dsp:cNvPr id="0" name=""/>
        <dsp:cNvSpPr/>
      </dsp:nvSpPr>
      <dsp:spPr>
        <a:xfrm>
          <a:off x="2755128" y="1477740"/>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Containerization:</a:t>
          </a:r>
          <a:r>
            <a:rPr lang="en-US" sz="1400" kern="1200"/>
            <a:t> Docker multi-stage builds for optimized deployments</a:t>
          </a:r>
        </a:p>
      </dsp:txBody>
      <dsp:txXfrm>
        <a:off x="2755128" y="1477740"/>
        <a:ext cx="1779798" cy="1067879"/>
      </dsp:txXfrm>
    </dsp:sp>
    <dsp:sp modelId="{42D1E729-6725-4388-B2A4-AB125972ADF8}">
      <dsp:nvSpPr>
        <dsp:cNvPr id="0" name=""/>
        <dsp:cNvSpPr/>
      </dsp:nvSpPr>
      <dsp:spPr>
        <a:xfrm>
          <a:off x="1455875" y="2543819"/>
          <a:ext cx="4378304" cy="378753"/>
        </a:xfrm>
        <a:custGeom>
          <a:avLst/>
          <a:gdLst/>
          <a:ahLst/>
          <a:cxnLst/>
          <a:rect l="0" t="0" r="0" b="0"/>
          <a:pathLst>
            <a:path>
              <a:moveTo>
                <a:pt x="4378304" y="0"/>
              </a:moveTo>
              <a:lnTo>
                <a:pt x="4378304" y="206476"/>
              </a:lnTo>
              <a:lnTo>
                <a:pt x="0" y="206476"/>
              </a:lnTo>
              <a:lnTo>
                <a:pt x="0" y="378753"/>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35092" y="2731149"/>
        <a:ext cx="219869" cy="4093"/>
      </dsp:txXfrm>
    </dsp:sp>
    <dsp:sp modelId="{400B55C7-01A3-4A87-9382-5AA5F7D2665A}">
      <dsp:nvSpPr>
        <dsp:cNvPr id="0" name=""/>
        <dsp:cNvSpPr/>
      </dsp:nvSpPr>
      <dsp:spPr>
        <a:xfrm>
          <a:off x="4944280" y="1477740"/>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Integrations:</a:t>
          </a:r>
          <a:endParaRPr lang="en-US" sz="1400" kern="1200"/>
        </a:p>
      </dsp:txBody>
      <dsp:txXfrm>
        <a:off x="4944280" y="1477740"/>
        <a:ext cx="1779798" cy="1067879"/>
      </dsp:txXfrm>
    </dsp:sp>
    <dsp:sp modelId="{3FC62F53-A70D-4B16-9A03-30183AF98ED5}">
      <dsp:nvSpPr>
        <dsp:cNvPr id="0" name=""/>
        <dsp:cNvSpPr/>
      </dsp:nvSpPr>
      <dsp:spPr>
        <a:xfrm>
          <a:off x="2343974" y="3443192"/>
          <a:ext cx="378753" cy="91440"/>
        </a:xfrm>
        <a:custGeom>
          <a:avLst/>
          <a:gdLst/>
          <a:ahLst/>
          <a:cxnLst/>
          <a:rect l="0" t="0" r="0" b="0"/>
          <a:pathLst>
            <a:path>
              <a:moveTo>
                <a:pt x="0" y="45720"/>
              </a:moveTo>
              <a:lnTo>
                <a:pt x="378753"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23117" y="3486866"/>
        <a:ext cx="20467" cy="4093"/>
      </dsp:txXfrm>
    </dsp:sp>
    <dsp:sp modelId="{89A27A6D-C692-4725-A888-F9F4B153E12E}">
      <dsp:nvSpPr>
        <dsp:cNvPr id="0" name=""/>
        <dsp:cNvSpPr/>
      </dsp:nvSpPr>
      <dsp:spPr>
        <a:xfrm>
          <a:off x="565975" y="2954973"/>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Serilog.AspNetCore</a:t>
          </a:r>
          <a:r>
            <a:rPr lang="en-US" sz="1400" kern="1200"/>
            <a:t> – Structured logging</a:t>
          </a:r>
        </a:p>
      </dsp:txBody>
      <dsp:txXfrm>
        <a:off x="565975" y="2954973"/>
        <a:ext cx="1779798" cy="1067879"/>
      </dsp:txXfrm>
    </dsp:sp>
    <dsp:sp modelId="{4A98998A-5186-4E97-9ED9-3E0039FCC86C}">
      <dsp:nvSpPr>
        <dsp:cNvPr id="0" name=""/>
        <dsp:cNvSpPr/>
      </dsp:nvSpPr>
      <dsp:spPr>
        <a:xfrm>
          <a:off x="4533126" y="3443192"/>
          <a:ext cx="378753" cy="91440"/>
        </a:xfrm>
        <a:custGeom>
          <a:avLst/>
          <a:gdLst/>
          <a:ahLst/>
          <a:cxnLst/>
          <a:rect l="0" t="0" r="0" b="0"/>
          <a:pathLst>
            <a:path>
              <a:moveTo>
                <a:pt x="0" y="45720"/>
              </a:moveTo>
              <a:lnTo>
                <a:pt x="378753"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12269" y="3486866"/>
        <a:ext cx="20467" cy="4093"/>
      </dsp:txXfrm>
    </dsp:sp>
    <dsp:sp modelId="{2517287A-30F2-4C3F-A25B-52F25F681772}">
      <dsp:nvSpPr>
        <dsp:cNvPr id="0" name=""/>
        <dsp:cNvSpPr/>
      </dsp:nvSpPr>
      <dsp:spPr>
        <a:xfrm>
          <a:off x="2755128" y="2954973"/>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DotNetEnv</a:t>
          </a:r>
          <a:r>
            <a:rPr lang="en-US" sz="1400" kern="1200"/>
            <a:t> – Secure environment configuration</a:t>
          </a:r>
        </a:p>
      </dsp:txBody>
      <dsp:txXfrm>
        <a:off x="2755128" y="2954973"/>
        <a:ext cx="1779798" cy="1067879"/>
      </dsp:txXfrm>
    </dsp:sp>
    <dsp:sp modelId="{8E913521-5A39-4FEC-BA49-2139F80DC8C3}">
      <dsp:nvSpPr>
        <dsp:cNvPr id="0" name=""/>
        <dsp:cNvSpPr/>
      </dsp:nvSpPr>
      <dsp:spPr>
        <a:xfrm>
          <a:off x="4944280" y="2954973"/>
          <a:ext cx="1779798" cy="106787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12" tIns="91544" rIns="87212" bIns="91544" numCol="1" spcCol="1270" anchor="ctr" anchorCtr="0">
          <a:noAutofit/>
        </a:bodyPr>
        <a:lstStyle/>
        <a:p>
          <a:pPr marL="0" lvl="0" indent="0" algn="ctr" defTabSz="622300">
            <a:lnSpc>
              <a:spcPct val="90000"/>
            </a:lnSpc>
            <a:spcBef>
              <a:spcPct val="0"/>
            </a:spcBef>
            <a:spcAft>
              <a:spcPct val="35000"/>
            </a:spcAft>
            <a:buNone/>
          </a:pPr>
          <a:r>
            <a:rPr lang="en-US" sz="1400" b="1" kern="1200"/>
            <a:t>Docker</a:t>
          </a:r>
          <a:r>
            <a:rPr lang="en-US" sz="1400" kern="1200"/>
            <a:t> &amp; </a:t>
          </a:r>
          <a:r>
            <a:rPr lang="en-US" sz="1400" b="1" kern="1200"/>
            <a:t>Azure App Services</a:t>
          </a:r>
          <a:r>
            <a:rPr lang="en-US" sz="1400" kern="1200"/>
            <a:t> – Cloud hosting and scaling</a:t>
          </a:r>
        </a:p>
      </dsp:txBody>
      <dsp:txXfrm>
        <a:off x="4944280" y="2954973"/>
        <a:ext cx="1779798" cy="106787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p:cNvSpPr/>
          <p:nvPr/>
        </p:nvSpPr>
        <p:spPr>
          <a:xfrm>
            <a:off x="0" y="0"/>
            <a:ext cx="9144000" cy="4572001"/>
          </a:xfrm>
          <a:prstGeom prst="rect">
            <a:avLst/>
          </a:prstGeom>
          <a:blipFill dpi="0" rotWithShape="1">
            <a:blip r:embed="rId2">
              <a:duotone>
                <a:schemeClr val="accent2">
                  <a:shade val="45000"/>
                  <a:satMod val="135000"/>
                </a:schemeClr>
                <a:prstClr val="white"/>
              </a:duotone>
            </a:blip>
            <a:srcRect/>
            <a:tile tx="-165100" ty="-7620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12" name="Straight Connector 11"/>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7728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1895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0" name="Rectangle 9"/>
          <p:cNvSpPr/>
          <p:nvPr/>
        </p:nvSpPr>
        <p:spPr>
          <a:xfrm>
            <a:off x="0" y="0"/>
            <a:ext cx="9144000" cy="4572000"/>
          </a:xfrm>
          <a:prstGeom prst="rect">
            <a:avLst/>
          </a:prstGeom>
          <a:blipFill dpi="0" rotWithShape="1">
            <a:blip r:embed="rId2">
              <a:duotone>
                <a:schemeClr val="accent1">
                  <a:shade val="45000"/>
                  <a:satMod val="135000"/>
                </a:schemeClr>
                <a:prstClr val="white"/>
              </a:duotone>
            </a:blip>
            <a:srcRect/>
            <a:tile tx="-165100" ty="-7620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12" name="Straight Connector 11"/>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4665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9884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666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0247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6089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047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3252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330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rot="5400000" flipV="1">
            <a:off x="7543800" y="17356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141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11/5/2025</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8" name="Straight Connector 7"/>
          <p:cNvCxnSpPr/>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793777"/>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hyperlink" Target="Untitled%20diagram-2025-11-03-125209.svg" TargetMode="External"/><Relationship Id="rId1" Type="http://schemas.openxmlformats.org/officeDocument/2006/relationships/slideLayout" Target="../slideLayouts/slideLayout2.xml"/><Relationship Id="rId5" Type="http://schemas.openxmlformats.org/officeDocument/2006/relationships/image" Target="../media/image62.jpeg"/><Relationship Id="rId4" Type="http://schemas.openxmlformats.org/officeDocument/2006/relationships/image" Target="../media/image61.emf"/></Relationships>
</file>

<file path=ppt/slides/_rels/slide2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blocks and networks technology background">
            <a:extLst>
              <a:ext uri="{FF2B5EF4-FFF2-40B4-BE49-F238E27FC236}">
                <a16:creationId xmlns:a16="http://schemas.microsoft.com/office/drawing/2014/main" id="{35396565-0605-BB26-C77C-7FB2C8F264D4}"/>
              </a:ext>
            </a:extLst>
          </p:cNvPr>
          <p:cNvPicPr>
            <a:picLocks noChangeAspect="1"/>
          </p:cNvPicPr>
          <p:nvPr/>
        </p:nvPicPr>
        <p:blipFill>
          <a:blip r:embed="rId2">
            <a:alphaModFix amt="45000"/>
          </a:blip>
          <a:srcRect r="25019"/>
          <a:stretch>
            <a:fillRect/>
          </a:stretch>
        </p:blipFill>
        <p:spPr>
          <a:xfrm>
            <a:off x="20" y="-1"/>
            <a:ext cx="9141694" cy="6858000"/>
          </a:xfrm>
          <a:prstGeom prst="rect">
            <a:avLst/>
          </a:prstGeom>
        </p:spPr>
      </p:pic>
      <p:sp>
        <p:nvSpPr>
          <p:cNvPr id="2" name="Title 1"/>
          <p:cNvSpPr>
            <a:spLocks noGrp="1"/>
          </p:cNvSpPr>
          <p:nvPr>
            <p:ph type="ctrTitle"/>
          </p:nvPr>
        </p:nvSpPr>
        <p:spPr>
          <a:xfrm>
            <a:off x="482600" y="643467"/>
            <a:ext cx="5373505" cy="5571066"/>
          </a:xfrm>
        </p:spPr>
        <p:txBody>
          <a:bodyPr>
            <a:normAutofit/>
          </a:bodyPr>
          <a:lstStyle/>
          <a:p>
            <a:r>
              <a:rPr lang="en-GB" sz="5700" b="1">
                <a:solidFill>
                  <a:schemeClr val="tx1"/>
                </a:solidFill>
              </a:rPr>
              <a:t>UnganaConnect – A Digital Capacity Building Platform for African CSOs</a:t>
            </a:r>
          </a:p>
        </p:txBody>
      </p:sp>
      <p:sp>
        <p:nvSpPr>
          <p:cNvPr id="3" name="Content Placeholder 2"/>
          <p:cNvSpPr>
            <a:spLocks noGrp="1"/>
          </p:cNvSpPr>
          <p:nvPr>
            <p:ph type="subTitle" idx="1"/>
          </p:nvPr>
        </p:nvSpPr>
        <p:spPr>
          <a:xfrm>
            <a:off x="6338706" y="643467"/>
            <a:ext cx="2322694" cy="5571066"/>
          </a:xfrm>
        </p:spPr>
        <p:txBody>
          <a:bodyPr>
            <a:normAutofit/>
          </a:bodyPr>
          <a:lstStyle/>
          <a:p>
            <a:endParaRPr lang="en-GB" sz="1700">
              <a:solidFill>
                <a:schemeClr val="tx1"/>
              </a:solidFill>
            </a:endParaRPr>
          </a:p>
          <a:p>
            <a:pPr>
              <a:defRPr sz="1800"/>
            </a:pPr>
            <a:r>
              <a:rPr lang="en-GB" sz="1700">
                <a:solidFill>
                  <a:schemeClr val="tx1"/>
                </a:solidFill>
              </a:rPr>
              <a:t>Group Project Presentation</a:t>
            </a:r>
          </a:p>
          <a:p>
            <a:pPr>
              <a:defRPr sz="1800"/>
            </a:pPr>
            <a:r>
              <a:rPr lang="en-GB" sz="1700">
                <a:solidFill>
                  <a:schemeClr val="tx1"/>
                </a:solidFill>
              </a:rPr>
              <a:t>Empowering African CSOs through technology and collaboration.</a:t>
            </a:r>
          </a:p>
        </p:txBody>
      </p:sp>
      <p:cxnSp>
        <p:nvCxnSpPr>
          <p:cNvPr id="12" name="Straight Connector 11">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04703"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4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Freeform 16">
            <a:extLst>
              <a:ext uri="{FF2B5EF4-FFF2-40B4-BE49-F238E27FC236}">
                <a16:creationId xmlns:a16="http://schemas.microsoft.com/office/drawing/2014/main" id="{A10C41F2-1746-4431-9B52-B9F147A89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21" name="Rectangle 20">
            <a:extLst>
              <a:ext uri="{FF2B5EF4-FFF2-40B4-BE49-F238E27FC236}">
                <a16:creationId xmlns:a16="http://schemas.microsoft.com/office/drawing/2014/main" id="{B695F8C5-0ED1-4C24-877A-A9E15A1C6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459" y="643461"/>
            <a:ext cx="2277283" cy="5571069"/>
          </a:xfrm>
          <a:prstGeom prst="rect">
            <a:avLst/>
          </a:prstGeom>
          <a:blipFill dpi="0" rotWithShape="1">
            <a:blip r:embed="rId2">
              <a:duotone>
                <a:schemeClr val="accent1">
                  <a:shade val="45000"/>
                  <a:satMod val="135000"/>
                </a:schemeClr>
                <a:prstClr val="white"/>
              </a:duotone>
            </a:blip>
            <a:srcRect/>
            <a:tile tx="0" ty="0" sx="65000" sy="6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3" name="Rectangle 22">
            <a:extLst>
              <a:ext uri="{FF2B5EF4-FFF2-40B4-BE49-F238E27FC236}">
                <a16:creationId xmlns:a16="http://schemas.microsoft.com/office/drawing/2014/main" id="{7984928E-D694-4849-BBAD-D7C7DC405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0515" y="643461"/>
            <a:ext cx="5740884" cy="5571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164852" y="4735775"/>
            <a:ext cx="5255248" cy="1245732"/>
          </a:xfrm>
        </p:spPr>
        <p:txBody>
          <a:bodyPr anchor="t">
            <a:normAutofit/>
          </a:bodyPr>
          <a:lstStyle/>
          <a:p>
            <a:r>
              <a:rPr lang="en-ZA">
                <a:solidFill>
                  <a:srgbClr val="FFFFFF"/>
                </a:solidFill>
              </a:rPr>
              <a:t>Introduction </a:t>
            </a:r>
          </a:p>
        </p:txBody>
      </p:sp>
      <p:sp>
        <p:nvSpPr>
          <p:cNvPr id="7" name="Content Placeholder 2"/>
          <p:cNvSpPr>
            <a:spLocks noGrp="1"/>
          </p:cNvSpPr>
          <p:nvPr>
            <p:ph idx="1"/>
          </p:nvPr>
        </p:nvSpPr>
        <p:spPr>
          <a:xfrm>
            <a:off x="3164851" y="965864"/>
            <a:ext cx="5255249" cy="3450370"/>
          </a:xfrm>
        </p:spPr>
        <p:txBody>
          <a:bodyPr anchor="b">
            <a:normAutofit/>
          </a:bodyPr>
          <a:lstStyle/>
          <a:p>
            <a:endParaRPr sz="1700">
              <a:solidFill>
                <a:srgbClr val="FFFFFF"/>
              </a:solidFill>
            </a:endParaRPr>
          </a:p>
          <a:p>
            <a:pPr>
              <a:defRPr sz="1800"/>
            </a:pPr>
            <a:r>
              <a:rPr sz="1700">
                <a:solidFill>
                  <a:srgbClr val="FFFFFF"/>
                </a:solidFill>
              </a:rPr>
              <a:t>Ungana-Afrika supports African civil society organisations (CSOs).</a:t>
            </a:r>
          </a:p>
          <a:p>
            <a:pPr>
              <a:defRPr sz="1800"/>
            </a:pPr>
            <a:r>
              <a:rPr sz="1700">
                <a:solidFill>
                  <a:srgbClr val="FFFFFF"/>
                </a:solidFill>
              </a:rPr>
              <a:t>Currently, most training and consultancy are done manually via email and workshops.</a:t>
            </a:r>
          </a:p>
          <a:p>
            <a:pPr>
              <a:defRPr sz="1800"/>
            </a:pPr>
            <a:r>
              <a:rPr sz="1700">
                <a:solidFill>
                  <a:srgbClr val="FFFFFF"/>
                </a:solidFill>
              </a:rPr>
              <a:t>UnganaConnect digitises these processes for efficiency and reach.</a:t>
            </a:r>
          </a:p>
          <a:p>
            <a:pPr>
              <a:defRPr sz="1800"/>
            </a:pPr>
            <a:r>
              <a:rPr sz="1700">
                <a:solidFill>
                  <a:srgbClr val="FFFFFF"/>
                </a:solidFill>
              </a:rPr>
              <a:t>Goal: Create a single platform for training, resources, and collaboration.</a:t>
            </a:r>
          </a:p>
        </p:txBody>
      </p:sp>
      <p:cxnSp>
        <p:nvCxnSpPr>
          <p:cNvPr id="25" name="Straight Connector 24">
            <a:extLst>
              <a:ext uri="{FF2B5EF4-FFF2-40B4-BE49-F238E27FC236}">
                <a16:creationId xmlns:a16="http://schemas.microsoft.com/office/drawing/2014/main" id="{99237721-19CF-41B1-AA0A-E1E1A8282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43237" y="4576004"/>
            <a:ext cx="342900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A6A94D0-2BF4-453C-8034-7742BE49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21" name="Straight Connector 20">
            <a:extLst>
              <a:ext uri="{FF2B5EF4-FFF2-40B4-BE49-F238E27FC236}">
                <a16:creationId xmlns:a16="http://schemas.microsoft.com/office/drawing/2014/main" id="{8A115BBF-8011-4E68-A9C9-48D0792E72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1"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D98EE46-797C-45B8-8337-491B94E05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0960A6-3B67-AC7A-0890-D5C03C9068AA}"/>
              </a:ext>
            </a:extLst>
          </p:cNvPr>
          <p:cNvSpPr>
            <a:spLocks noGrp="1"/>
          </p:cNvSpPr>
          <p:nvPr>
            <p:ph type="title"/>
          </p:nvPr>
        </p:nvSpPr>
        <p:spPr>
          <a:xfrm>
            <a:off x="475875" y="640080"/>
            <a:ext cx="3014572" cy="3339348"/>
          </a:xfrm>
        </p:spPr>
        <p:txBody>
          <a:bodyPr vert="horz" lIns="91440" tIns="45720" rIns="91440" bIns="45720" rtlCol="0" anchor="b">
            <a:normAutofit/>
          </a:bodyPr>
          <a:lstStyle/>
          <a:p>
            <a:r>
              <a:rPr lang="en-US" sz="3800">
                <a:solidFill>
                  <a:srgbClr val="FFFFFF"/>
                </a:solidFill>
              </a:rPr>
              <a:t>What is ungana connect?</a:t>
            </a:r>
          </a:p>
        </p:txBody>
      </p:sp>
      <p:sp>
        <p:nvSpPr>
          <p:cNvPr id="3" name="Text Placeholder 2">
            <a:extLst>
              <a:ext uri="{FF2B5EF4-FFF2-40B4-BE49-F238E27FC236}">
                <a16:creationId xmlns:a16="http://schemas.microsoft.com/office/drawing/2014/main" id="{B0458C03-7F1D-1CD2-1905-E3A4260AFC75}"/>
              </a:ext>
            </a:extLst>
          </p:cNvPr>
          <p:cNvSpPr>
            <a:spLocks noGrp="1"/>
          </p:cNvSpPr>
          <p:nvPr>
            <p:ph type="body" idx="1"/>
          </p:nvPr>
        </p:nvSpPr>
        <p:spPr>
          <a:xfrm>
            <a:off x="479190" y="4315017"/>
            <a:ext cx="3011257" cy="1893939"/>
          </a:xfrm>
        </p:spPr>
        <p:txBody>
          <a:bodyPr vert="horz" lIns="91440" tIns="45720" rIns="91440" bIns="45720" rtlCol="0" anchor="t">
            <a:normAutofit/>
          </a:bodyPr>
          <a:lstStyle/>
          <a:p>
            <a:pPr algn="r"/>
            <a:r>
              <a:rPr lang="en-US" sz="1400">
                <a:solidFill>
                  <a:srgbClr val="FFFFFF"/>
                </a:solidFill>
              </a:rPr>
              <a:t>By Zoleka Mashele</a:t>
            </a:r>
          </a:p>
        </p:txBody>
      </p:sp>
      <p:cxnSp>
        <p:nvCxnSpPr>
          <p:cNvPr id="23" name="Straight Connector 22">
            <a:extLst>
              <a:ext uri="{FF2B5EF4-FFF2-40B4-BE49-F238E27FC236}">
                <a16:creationId xmlns:a16="http://schemas.microsoft.com/office/drawing/2014/main" id="{4E4CA735-62CB-4665-AA7D-4A259E3F7C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9347" y="4156010"/>
            <a:ext cx="267462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19704C7-B579-43B7-89ED-555E6619A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047" y="0"/>
            <a:ext cx="5182493" cy="6858000"/>
          </a:xfrm>
          <a:prstGeom prst="rect">
            <a:avLst/>
          </a:prstGeom>
          <a:blipFill dpi="0" rotWithShape="1">
            <a:blip r:embed="rId2">
              <a:duotone>
                <a:schemeClr val="accent2">
                  <a:shade val="45000"/>
                  <a:satMod val="135000"/>
                </a:schemeClr>
                <a:prstClr val="white"/>
              </a:duotone>
            </a:blip>
            <a:srcRect/>
            <a:tile tx="0" ty="0" sx="65000" sy="6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Tree>
    <p:extLst>
      <p:ext uri="{BB962C8B-B14F-4D97-AF65-F5344CB8AC3E}">
        <p14:creationId xmlns:p14="http://schemas.microsoft.com/office/powerpoint/2010/main" val="123551224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a:t>Problem Statement &amp; Objectives </a:t>
            </a:r>
            <a:endParaRPr lang="en-ZA" dirty="0"/>
          </a:p>
        </p:txBody>
      </p:sp>
      <p:graphicFrame>
        <p:nvGraphicFramePr>
          <p:cNvPr id="11" name="Content Placeholder 2">
            <a:extLst>
              <a:ext uri="{FF2B5EF4-FFF2-40B4-BE49-F238E27FC236}">
                <a16:creationId xmlns:a16="http://schemas.microsoft.com/office/drawing/2014/main" id="{975B5FDF-9CC6-2054-6C04-6AA485DE7389}"/>
              </a:ext>
            </a:extLst>
          </p:cNvPr>
          <p:cNvGraphicFramePr>
            <a:graphicFrameLocks noGrp="1"/>
          </p:cNvGraphicFramePr>
          <p:nvPr>
            <p:ph idx="1"/>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5E0CE8A-B373-428C-8818-499181F94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ZA">
                <a:solidFill>
                  <a:srgbClr val="FFFFFF"/>
                </a:solidFill>
              </a:rPr>
              <a:t>Project Scope &amp; Features </a:t>
            </a:r>
          </a:p>
        </p:txBody>
      </p:sp>
      <p:graphicFrame>
        <p:nvGraphicFramePr>
          <p:cNvPr id="5" name="Content Placeholder 2">
            <a:extLst>
              <a:ext uri="{FF2B5EF4-FFF2-40B4-BE49-F238E27FC236}">
                <a16:creationId xmlns:a16="http://schemas.microsoft.com/office/drawing/2014/main" id="{90C11082-CCD0-B6D9-65C1-DF45D9DD4DF7}"/>
              </a:ext>
            </a:extLst>
          </p:cNvPr>
          <p:cNvGraphicFramePr>
            <a:graphicFrameLocks noGrp="1"/>
          </p:cNvGraphicFramePr>
          <p:nvPr>
            <p:ph idx="1"/>
            <p:extLst>
              <p:ext uri="{D42A27DB-BD31-4B8C-83A1-F6EECF244321}">
                <p14:modId xmlns:p14="http://schemas.microsoft.com/office/powerpoint/2010/main" val="1274945409"/>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9B29C2-1CA6-4D64-B67D-799F7C15B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8096" y="4952954"/>
            <a:ext cx="7290054" cy="1499616"/>
          </a:xfrm>
        </p:spPr>
        <p:txBody>
          <a:bodyPr>
            <a:normAutofit/>
          </a:bodyPr>
          <a:lstStyle/>
          <a:p>
            <a:r>
              <a:rPr dirty="0"/>
              <a:t>Development Phases / Project Plan </a:t>
            </a:r>
          </a:p>
        </p:txBody>
      </p:sp>
      <p:cxnSp>
        <p:nvCxnSpPr>
          <p:cNvPr id="11" name="Straight Connector 10">
            <a:extLst>
              <a:ext uri="{FF2B5EF4-FFF2-40B4-BE49-F238E27FC236}">
                <a16:creationId xmlns:a16="http://schemas.microsoft.com/office/drawing/2014/main" id="{D9D271F7-8D8C-4354-9B5F-5B4277B289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5262137"/>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2">
            <a:extLst>
              <a:ext uri="{FF2B5EF4-FFF2-40B4-BE49-F238E27FC236}">
                <a16:creationId xmlns:a16="http://schemas.microsoft.com/office/drawing/2014/main" id="{B6101BBF-8FB9-B588-3473-10603CF1EEA6}"/>
              </a:ext>
            </a:extLst>
          </p:cNvPr>
          <p:cNvGraphicFramePr>
            <a:graphicFrameLocks noGrp="1"/>
          </p:cNvGraphicFramePr>
          <p:nvPr>
            <p:ph idx="1"/>
            <p:extLst>
              <p:ext uri="{D42A27DB-BD31-4B8C-83A1-F6EECF244321}">
                <p14:modId xmlns:p14="http://schemas.microsoft.com/office/powerpoint/2010/main" val="3954224600"/>
              </p:ext>
            </p:extLst>
          </p:nvPr>
        </p:nvGraphicFramePr>
        <p:xfrm>
          <a:off x="767953" y="992221"/>
          <a:ext cx="7290197" cy="3616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5E0CE8A-B373-428C-8818-499181F94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ZA" sz="3700">
                <a:solidFill>
                  <a:srgbClr val="FFFFFF"/>
                </a:solidFill>
              </a:rPr>
              <a:t>Roles &amp; Contributions (All Members)</a:t>
            </a:r>
          </a:p>
        </p:txBody>
      </p:sp>
      <p:graphicFrame>
        <p:nvGraphicFramePr>
          <p:cNvPr id="5" name="Content Placeholder 2">
            <a:extLst>
              <a:ext uri="{FF2B5EF4-FFF2-40B4-BE49-F238E27FC236}">
                <a16:creationId xmlns:a16="http://schemas.microsoft.com/office/drawing/2014/main" id="{EB96FAA4-A9C3-43B0-1CAF-FBB551CE8E4D}"/>
              </a:ext>
            </a:extLst>
          </p:cNvPr>
          <p:cNvGraphicFramePr>
            <a:graphicFrameLocks noGrp="1"/>
          </p:cNvGraphicFramePr>
          <p:nvPr>
            <p:ph idx="1"/>
            <p:extLst>
              <p:ext uri="{D42A27DB-BD31-4B8C-83A1-F6EECF244321}">
                <p14:modId xmlns:p14="http://schemas.microsoft.com/office/powerpoint/2010/main" val="1283708299"/>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6A94D0-2BF4-453C-8034-7742BE49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10" name="Straight Connector 9">
            <a:extLst>
              <a:ext uri="{FF2B5EF4-FFF2-40B4-BE49-F238E27FC236}">
                <a16:creationId xmlns:a16="http://schemas.microsoft.com/office/drawing/2014/main" id="{8A115BBF-8011-4E68-A9C9-48D0792E72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1"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64F47E8-C2CA-43A6-9404-03BADA34D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1544"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F01D43C-86DB-4B5D-A163-81BC94201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458" y="620720"/>
            <a:ext cx="3144880" cy="5571069"/>
          </a:xfrm>
          <a:prstGeom prst="rect">
            <a:avLst/>
          </a:prstGeom>
          <a:blipFill dpi="0" rotWithShape="1">
            <a:blip r:embed="rId2">
              <a:duotone>
                <a:schemeClr val="accent2">
                  <a:shade val="45000"/>
                  <a:satMod val="135000"/>
                </a:schemeClr>
                <a:prstClr val="white"/>
              </a:duotone>
            </a:blip>
            <a:srcRect/>
            <a:tile tx="0" ty="0" sx="65000" sy="6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6" name="Rectangle 15">
            <a:extLst>
              <a:ext uri="{FF2B5EF4-FFF2-40B4-BE49-F238E27FC236}">
                <a16:creationId xmlns:a16="http://schemas.microsoft.com/office/drawing/2014/main" id="{36A995F0-906C-4573-A739-16EED217D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2007" y="620720"/>
            <a:ext cx="4831860" cy="5593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C3952D-6A94-6B76-3857-F0F18AD7CD70}"/>
              </a:ext>
            </a:extLst>
          </p:cNvPr>
          <p:cNvSpPr>
            <a:spLocks noGrp="1"/>
          </p:cNvSpPr>
          <p:nvPr>
            <p:ph type="title"/>
          </p:nvPr>
        </p:nvSpPr>
        <p:spPr>
          <a:xfrm>
            <a:off x="4192590" y="1105351"/>
            <a:ext cx="4107803" cy="3023981"/>
          </a:xfrm>
        </p:spPr>
        <p:txBody>
          <a:bodyPr vert="horz" lIns="91440" tIns="45720" rIns="91440" bIns="45720" rtlCol="0" anchor="b">
            <a:normAutofit/>
          </a:bodyPr>
          <a:lstStyle/>
          <a:p>
            <a:pPr algn="l"/>
            <a:r>
              <a:rPr lang="en-US" sz="3800">
                <a:solidFill>
                  <a:schemeClr val="bg1"/>
                </a:solidFill>
              </a:rPr>
              <a:t>Project overview</a:t>
            </a:r>
          </a:p>
        </p:txBody>
      </p:sp>
      <p:sp>
        <p:nvSpPr>
          <p:cNvPr id="3" name="Text Placeholder 2">
            <a:extLst>
              <a:ext uri="{FF2B5EF4-FFF2-40B4-BE49-F238E27FC236}">
                <a16:creationId xmlns:a16="http://schemas.microsoft.com/office/drawing/2014/main" id="{88DB96E7-EC51-92F9-0AE4-7F0FAE1A3B5F}"/>
              </a:ext>
            </a:extLst>
          </p:cNvPr>
          <p:cNvSpPr>
            <a:spLocks noGrp="1"/>
          </p:cNvSpPr>
          <p:nvPr>
            <p:ph type="body" idx="1"/>
          </p:nvPr>
        </p:nvSpPr>
        <p:spPr>
          <a:xfrm>
            <a:off x="4192590" y="4297556"/>
            <a:ext cx="4107803" cy="1431695"/>
          </a:xfrm>
        </p:spPr>
        <p:txBody>
          <a:bodyPr vert="horz" lIns="91440" tIns="45720" rIns="91440" bIns="45720" rtlCol="0" anchor="t">
            <a:normAutofit/>
          </a:bodyPr>
          <a:lstStyle/>
          <a:p>
            <a:r>
              <a:rPr lang="en-US" sz="1400">
                <a:solidFill>
                  <a:schemeClr val="bg1"/>
                </a:solidFill>
              </a:rPr>
              <a:t>By Britney Chauke</a:t>
            </a:r>
          </a:p>
        </p:txBody>
      </p:sp>
      <p:cxnSp>
        <p:nvCxnSpPr>
          <p:cNvPr id="18" name="Straight Connector 17">
            <a:extLst>
              <a:ext uri="{FF2B5EF4-FFF2-40B4-BE49-F238E27FC236}">
                <a16:creationId xmlns:a16="http://schemas.microsoft.com/office/drawing/2014/main" id="{C3F5F06D-7250-43A5-9B61-0B7F1FD7E3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07470" y="4214336"/>
            <a:ext cx="384048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00026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ZA" sz="3100" dirty="0"/>
              <a:t>Project Overview – UnganaConnect </a:t>
            </a:r>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rPr lang="en-GB" b="1" dirty="0" err="1"/>
              <a:t>Ungana</a:t>
            </a:r>
            <a:r>
              <a:rPr lang="en-GB" b="1" dirty="0"/>
              <a:t>-Afrika has a strong track record supporting civil society organisations across Africa with ICT tools and training. However, their current methods—email, workshops, and file sharing—are manual and fragmented.</a:t>
            </a:r>
            <a:r>
              <a:rPr lang="en-GB" dirty="0"/>
              <a:t> </a:t>
            </a:r>
            <a:r>
              <a:rPr lang="en-GB" dirty="0" err="1"/>
              <a:t>UnganaConnect</a:t>
            </a:r>
            <a:r>
              <a:rPr lang="en-GB" dirty="0"/>
              <a:t> is our proposed solution to digitise these processes, creating a central platform that improves reach, efficiency, and collaboration."</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426545" cy="1499616"/>
          </a:xfrm>
        </p:spPr>
        <p:txBody>
          <a:bodyPr>
            <a:normAutofit/>
          </a:bodyPr>
          <a:lstStyle/>
          <a:p>
            <a:r>
              <a:rPr lang="en-ZA"/>
              <a:t>Core Client Requirements</a:t>
            </a:r>
            <a:endParaRPr lang="en-ZA" dirty="0"/>
          </a:p>
        </p:txBody>
      </p:sp>
      <p:sp>
        <p:nvSpPr>
          <p:cNvPr id="3" name="Content Placeholder 2"/>
          <p:cNvSpPr>
            <a:spLocks noGrp="1"/>
          </p:cNvSpPr>
          <p:nvPr>
            <p:ph idx="1"/>
          </p:nvPr>
        </p:nvSpPr>
        <p:spPr>
          <a:xfrm>
            <a:off x="768096" y="2286000"/>
            <a:ext cx="4426545" cy="3931920"/>
          </a:xfrm>
        </p:spPr>
        <p:txBody>
          <a:bodyPr>
            <a:normAutofit/>
          </a:bodyPr>
          <a:lstStyle/>
          <a:p>
            <a:r>
              <a:rPr lang="en-GB" dirty="0"/>
              <a:t>Through stakeholder interviews and requirement workshops, we identified 4 core needs. These include a training portal, a knowledge repository, and systems for  events, </a:t>
            </a:r>
            <a:r>
              <a:rPr lang="en-GB"/>
              <a:t>community engagement. </a:t>
            </a:r>
            <a:r>
              <a:rPr lang="en-GB" dirty="0"/>
              <a:t>Each of these aligns with </a:t>
            </a:r>
            <a:r>
              <a:rPr lang="en-GB" dirty="0" err="1"/>
              <a:t>Ungana</a:t>
            </a:r>
            <a:r>
              <a:rPr lang="en-GB" dirty="0"/>
              <a:t>-Afrika’s mission to empower CSOs through accessible digital support.</a:t>
            </a:r>
          </a:p>
        </p:txBody>
      </p:sp>
      <p:pic>
        <p:nvPicPr>
          <p:cNvPr id="7" name="Graphic 6" descr="Social Network">
            <a:extLst>
              <a:ext uri="{FF2B5EF4-FFF2-40B4-BE49-F238E27FC236}">
                <a16:creationId xmlns:a16="http://schemas.microsoft.com/office/drawing/2014/main" id="{B0C9262B-8072-DFD0-2E9D-C223CF216A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64200" y="1929130"/>
            <a:ext cx="2999740" cy="2999740"/>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ZA" dirty="0"/>
              <a:t>Functional Modules Overview </a:t>
            </a:r>
          </a:p>
        </p:txBody>
      </p:sp>
      <p:cxnSp>
        <p:nvCxnSpPr>
          <p:cNvPr id="16" name="Straight Connector 15">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rPr lang="en-GB" dirty="0"/>
              <a:t>To meet these needs, we’ve broken the system into 4 functional modules. Each module is designed to be intuitive and scalable. For example, the training module supports course enrolment and certification, while the dashboard provides real-time impact metrics. This modular approach ensures maintainability and future growth.</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16C0A-EA23-BF67-982B-699FD98359A2}"/>
              </a:ext>
            </a:extLst>
          </p:cNvPr>
          <p:cNvSpPr>
            <a:spLocks noGrp="1"/>
          </p:cNvSpPr>
          <p:nvPr>
            <p:ph type="title"/>
          </p:nvPr>
        </p:nvSpPr>
        <p:spPr>
          <a:xfrm>
            <a:off x="723591" y="804333"/>
            <a:ext cx="2543925" cy="5249334"/>
          </a:xfrm>
        </p:spPr>
        <p:txBody>
          <a:bodyPr>
            <a:normAutofit/>
          </a:bodyPr>
          <a:lstStyle/>
          <a:p>
            <a:pPr algn="r"/>
            <a:r>
              <a:rPr lang="en-ZA" sz="3700"/>
              <a:t>Non-Functional Requirements</a:t>
            </a:r>
          </a:p>
        </p:txBody>
      </p:sp>
      <p:cxnSp>
        <p:nvCxnSpPr>
          <p:cNvPr id="17" name="Straight Connector 16">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9CC69E-42BB-2814-164F-B3AF39A08436}"/>
              </a:ext>
            </a:extLst>
          </p:cNvPr>
          <p:cNvSpPr>
            <a:spLocks noGrp="1"/>
          </p:cNvSpPr>
          <p:nvPr>
            <p:ph idx="1"/>
          </p:nvPr>
        </p:nvSpPr>
        <p:spPr>
          <a:xfrm>
            <a:off x="3749497" y="804333"/>
            <a:ext cx="4693291" cy="5249334"/>
          </a:xfrm>
        </p:spPr>
        <p:txBody>
          <a:bodyPr anchor="ctr">
            <a:normAutofit/>
          </a:bodyPr>
          <a:lstStyle/>
          <a:p>
            <a:r>
              <a:rPr lang="en-GB"/>
              <a:t>Beyond functionality, we’ve prioritised non-functional aspects like security, performance, and accessibility. These are critical for CSOs operating in low-bandwidth environments and for ensuring data protection. We’ve also built in localization for multilingual support, and modular architecture for long-term maintainability.</a:t>
            </a:r>
          </a:p>
          <a:p>
            <a:endParaRPr lang="en-ZA" b="1" dirty="0"/>
          </a:p>
        </p:txBody>
      </p:sp>
    </p:spTree>
    <p:extLst>
      <p:ext uri="{BB962C8B-B14F-4D97-AF65-F5344CB8AC3E}">
        <p14:creationId xmlns:p14="http://schemas.microsoft.com/office/powerpoint/2010/main" val="235497872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A4E9BA-FCD4-C61B-F5B7-5CADB901D1DF}"/>
              </a:ext>
            </a:extLst>
          </p:cNvPr>
          <p:cNvSpPr>
            <a:spLocks noGrp="1"/>
          </p:cNvSpPr>
          <p:nvPr>
            <p:ph type="title"/>
          </p:nvPr>
        </p:nvSpPr>
        <p:spPr>
          <a:xfrm>
            <a:off x="723591" y="804333"/>
            <a:ext cx="2543925" cy="5249334"/>
          </a:xfrm>
        </p:spPr>
        <p:txBody>
          <a:bodyPr>
            <a:normAutofit/>
          </a:bodyPr>
          <a:lstStyle/>
          <a:p>
            <a:pPr algn="r"/>
            <a:r>
              <a:rPr lang="en-ZA" sz="4100"/>
              <a:t>Development Plan (WIL-Aligned)</a:t>
            </a:r>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84AD163-835C-2BD5-E488-304D30B23547}"/>
              </a:ext>
            </a:extLst>
          </p:cNvPr>
          <p:cNvSpPr>
            <a:spLocks noGrp="1"/>
          </p:cNvSpPr>
          <p:nvPr>
            <p:ph idx="1"/>
          </p:nvPr>
        </p:nvSpPr>
        <p:spPr>
          <a:xfrm>
            <a:off x="3749497" y="804333"/>
            <a:ext cx="4693291" cy="5249334"/>
          </a:xfrm>
        </p:spPr>
        <p:txBody>
          <a:bodyPr anchor="ctr">
            <a:normAutofit/>
          </a:bodyPr>
          <a:lstStyle/>
          <a:p>
            <a:r>
              <a:rPr lang="en-GB"/>
              <a:t>This plan aligns with our Work-Integrated Learning timeline. We begin with client engagement and requirement gathering, followed by planning and design. Development is structured into four sprints, each targeting specific modules. Testing and presentation prep follow, and we wrap up with final submission and evaluations.</a:t>
            </a:r>
            <a:endParaRPr lang="en-ZA"/>
          </a:p>
        </p:txBody>
      </p:sp>
    </p:spTree>
    <p:extLst>
      <p:ext uri="{BB962C8B-B14F-4D97-AF65-F5344CB8AC3E}">
        <p14:creationId xmlns:p14="http://schemas.microsoft.com/office/powerpoint/2010/main" val="28696494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16">
            <a:extLst>
              <a:ext uri="{FF2B5EF4-FFF2-40B4-BE49-F238E27FC236}">
                <a16:creationId xmlns:a16="http://schemas.microsoft.com/office/drawing/2014/main" id="{1579DD07-B6CD-4C04-8A4A-3B92CE8C8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blipFill dpi="0" rotWithShape="1">
            <a:blip r:embed="rId2">
              <a:duotone>
                <a:schemeClr val="accent1">
                  <a:shade val="45000"/>
                  <a:satMod val="135000"/>
                </a:schemeClr>
                <a:prstClr val="white"/>
              </a:duotone>
            </a:blip>
            <a:srcRect/>
            <a:tile tx="0" ty="0" sx="65000" sy="6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10" name="Rectangle 9">
            <a:extLst>
              <a:ext uri="{FF2B5EF4-FFF2-40B4-BE49-F238E27FC236}">
                <a16:creationId xmlns:a16="http://schemas.microsoft.com/office/drawing/2014/main" id="{36A995F0-906C-4573-A739-16EED217D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2007" y="620720"/>
            <a:ext cx="4831860" cy="5593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43F6D5-C6F8-5E71-C8DB-FA25E6288167}"/>
              </a:ext>
            </a:extLst>
          </p:cNvPr>
          <p:cNvSpPr>
            <a:spLocks noGrp="1"/>
          </p:cNvSpPr>
          <p:nvPr>
            <p:ph type="ctrTitle"/>
          </p:nvPr>
        </p:nvSpPr>
        <p:spPr>
          <a:xfrm>
            <a:off x="4192590" y="1105351"/>
            <a:ext cx="4107803" cy="3023981"/>
          </a:xfrm>
        </p:spPr>
        <p:txBody>
          <a:bodyPr anchor="b">
            <a:normAutofit/>
          </a:bodyPr>
          <a:lstStyle/>
          <a:p>
            <a:pPr algn="l"/>
            <a:r>
              <a:rPr lang="en-ZA" sz="3800">
                <a:solidFill>
                  <a:schemeClr val="bg1"/>
                </a:solidFill>
              </a:rPr>
              <a:t>Graph Structure</a:t>
            </a:r>
            <a:br>
              <a:rPr lang="en-ZA" sz="3800">
                <a:solidFill>
                  <a:schemeClr val="bg1"/>
                </a:solidFill>
              </a:rPr>
            </a:br>
            <a:r>
              <a:rPr lang="en-ZA" sz="3800">
                <a:solidFill>
                  <a:schemeClr val="bg1"/>
                </a:solidFill>
              </a:rPr>
              <a:t>in UnganaConnect</a:t>
            </a:r>
          </a:p>
        </p:txBody>
      </p:sp>
      <p:sp>
        <p:nvSpPr>
          <p:cNvPr id="3" name="Subtitle 2">
            <a:extLst>
              <a:ext uri="{FF2B5EF4-FFF2-40B4-BE49-F238E27FC236}">
                <a16:creationId xmlns:a16="http://schemas.microsoft.com/office/drawing/2014/main" id="{CFFB8F76-6FEE-2409-4EFF-96A299EC9896}"/>
              </a:ext>
            </a:extLst>
          </p:cNvPr>
          <p:cNvSpPr>
            <a:spLocks noGrp="1"/>
          </p:cNvSpPr>
          <p:nvPr>
            <p:ph type="subTitle" idx="1"/>
          </p:nvPr>
        </p:nvSpPr>
        <p:spPr>
          <a:xfrm>
            <a:off x="4192590" y="4297556"/>
            <a:ext cx="4107803" cy="1431695"/>
          </a:xfrm>
        </p:spPr>
        <p:txBody>
          <a:bodyPr anchor="t">
            <a:normAutofit/>
          </a:bodyPr>
          <a:lstStyle/>
          <a:p>
            <a:r>
              <a:rPr lang="en-ZA" sz="1400">
                <a:solidFill>
                  <a:schemeClr val="bg1"/>
                </a:solidFill>
              </a:rPr>
              <a:t>By Neo Njabulo Mahlangu.</a:t>
            </a:r>
          </a:p>
        </p:txBody>
      </p:sp>
      <p:cxnSp>
        <p:nvCxnSpPr>
          <p:cNvPr id="12" name="Straight Connector 11">
            <a:extLst>
              <a:ext uri="{FF2B5EF4-FFF2-40B4-BE49-F238E27FC236}">
                <a16:creationId xmlns:a16="http://schemas.microsoft.com/office/drawing/2014/main" id="{C3F5F06D-7250-43A5-9B61-0B7F1FD7E3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07470" y="4214336"/>
            <a:ext cx="384048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488140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Pins pinned on a white surface and connecting a black thread">
            <a:extLst>
              <a:ext uri="{FF2B5EF4-FFF2-40B4-BE49-F238E27FC236}">
                <a16:creationId xmlns:a16="http://schemas.microsoft.com/office/drawing/2014/main" id="{91A8DAC6-509C-BB7A-0A89-94DE899B1307}"/>
              </a:ext>
            </a:extLst>
          </p:cNvPr>
          <p:cNvPicPr>
            <a:picLocks noChangeAspect="1"/>
          </p:cNvPicPr>
          <p:nvPr/>
        </p:nvPicPr>
        <p:blipFill>
          <a:blip r:embed="rId2"/>
          <a:srcRect t="6882" r="19091" b="2209"/>
          <a:stretch>
            <a:fillRect/>
          </a:stretch>
        </p:blipFill>
        <p:spPr>
          <a:xfrm>
            <a:off x="20" y="10"/>
            <a:ext cx="9143980" cy="6857990"/>
          </a:xfrm>
          <a:prstGeom prst="rect">
            <a:avLst/>
          </a:prstGeom>
        </p:spPr>
      </p:pic>
      <p:sp>
        <p:nvSpPr>
          <p:cNvPr id="14" name="Rectangle 13">
            <a:extLst>
              <a:ext uri="{FF2B5EF4-FFF2-40B4-BE49-F238E27FC236}">
                <a16:creationId xmlns:a16="http://schemas.microsoft.com/office/drawing/2014/main" id="{B7AB8B22-1A5D-43CA-AF52-544436027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64199" cy="6858000"/>
          </a:xfrm>
          <a:prstGeom prst="rect">
            <a:avLst/>
          </a:prstGeom>
          <a:solidFill>
            <a:schemeClr val="accent2">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EEFCFD-B9F4-40CD-1812-6D54967D35B9}"/>
              </a:ext>
            </a:extLst>
          </p:cNvPr>
          <p:cNvSpPr>
            <a:spLocks noGrp="1"/>
          </p:cNvSpPr>
          <p:nvPr>
            <p:ph type="title"/>
          </p:nvPr>
        </p:nvSpPr>
        <p:spPr>
          <a:xfrm>
            <a:off x="768096" y="585216"/>
            <a:ext cx="4505270" cy="1499616"/>
          </a:xfrm>
        </p:spPr>
        <p:txBody>
          <a:bodyPr>
            <a:normAutofit/>
          </a:bodyPr>
          <a:lstStyle/>
          <a:p>
            <a:r>
              <a:rPr lang="en-ZA">
                <a:solidFill>
                  <a:srgbClr val="FFFFFF"/>
                </a:solidFill>
              </a:rPr>
              <a:t>introduction</a:t>
            </a:r>
          </a:p>
        </p:txBody>
      </p:sp>
      <p:cxnSp>
        <p:nvCxnSpPr>
          <p:cNvPr id="19" name="Straight Connector 18">
            <a:extLst>
              <a:ext uri="{FF2B5EF4-FFF2-40B4-BE49-F238E27FC236}">
                <a16:creationId xmlns:a16="http://schemas.microsoft.com/office/drawing/2014/main" id="{3F8FE63E-849D-4207-A488-16A215D8E2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2965A03-7B0C-29DD-CC0D-7565FCD16A06}"/>
              </a:ext>
            </a:extLst>
          </p:cNvPr>
          <p:cNvSpPr>
            <a:spLocks noGrp="1"/>
          </p:cNvSpPr>
          <p:nvPr>
            <p:ph idx="1"/>
          </p:nvPr>
        </p:nvSpPr>
        <p:spPr>
          <a:xfrm>
            <a:off x="768096" y="2286000"/>
            <a:ext cx="4505270" cy="4023360"/>
          </a:xfrm>
        </p:spPr>
        <p:txBody>
          <a:bodyPr>
            <a:normAutofit/>
          </a:bodyPr>
          <a:lstStyle/>
          <a:p>
            <a:r>
              <a:rPr lang="en-GB">
                <a:solidFill>
                  <a:srgbClr val="FFFFFF"/>
                </a:solidFill>
              </a:rPr>
              <a:t>As the database administrator for UnganaConnect, I designed this graph structure to represent the relationships between key entities in our system. While our primary data is relational, understanding the graph model helps visualize how different components of the system — users, resources, training modules, and collaborations — connect and interact dynamically</a:t>
            </a:r>
            <a:endParaRPr lang="en-ZA">
              <a:solidFill>
                <a:srgbClr val="FFFFFF"/>
              </a:solidFill>
            </a:endParaRPr>
          </a:p>
        </p:txBody>
      </p:sp>
    </p:spTree>
    <p:extLst>
      <p:ext uri="{BB962C8B-B14F-4D97-AF65-F5344CB8AC3E}">
        <p14:creationId xmlns:p14="http://schemas.microsoft.com/office/powerpoint/2010/main" val="394062993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E7EA-BC5E-7DF9-8734-02E167CD8A3C}"/>
              </a:ext>
            </a:extLst>
          </p:cNvPr>
          <p:cNvSpPr>
            <a:spLocks noGrp="1"/>
          </p:cNvSpPr>
          <p:nvPr>
            <p:ph type="title"/>
          </p:nvPr>
        </p:nvSpPr>
        <p:spPr>
          <a:xfrm>
            <a:off x="768096" y="585216"/>
            <a:ext cx="7290054" cy="1499616"/>
          </a:xfrm>
        </p:spPr>
        <p:txBody>
          <a:bodyPr>
            <a:normAutofit/>
          </a:bodyPr>
          <a:lstStyle/>
          <a:p>
            <a:r>
              <a:rPr lang="en-ZA" dirty="0"/>
              <a:t>Graph Components Overview</a:t>
            </a:r>
          </a:p>
        </p:txBody>
      </p:sp>
      <p:graphicFrame>
        <p:nvGraphicFramePr>
          <p:cNvPr id="5" name="Content Placeholder 2">
            <a:extLst>
              <a:ext uri="{FF2B5EF4-FFF2-40B4-BE49-F238E27FC236}">
                <a16:creationId xmlns:a16="http://schemas.microsoft.com/office/drawing/2014/main" id="{19870A62-A2C1-FFAC-4987-C4091DA705C2}"/>
              </a:ext>
            </a:extLst>
          </p:cNvPr>
          <p:cNvGraphicFramePr>
            <a:graphicFrameLocks noGrp="1"/>
          </p:cNvGraphicFramePr>
          <p:nvPr>
            <p:ph idx="1"/>
            <p:extLst>
              <p:ext uri="{D42A27DB-BD31-4B8C-83A1-F6EECF244321}">
                <p14:modId xmlns:p14="http://schemas.microsoft.com/office/powerpoint/2010/main" val="439145228"/>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612631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925B0-B2D6-092C-C921-29AD8E8FD979}"/>
              </a:ext>
            </a:extLst>
          </p:cNvPr>
          <p:cNvSpPr>
            <a:spLocks noGrp="1"/>
          </p:cNvSpPr>
          <p:nvPr>
            <p:ph type="title"/>
          </p:nvPr>
        </p:nvSpPr>
        <p:spPr>
          <a:xfrm>
            <a:off x="768096" y="585216"/>
            <a:ext cx="7290054" cy="1499616"/>
          </a:xfrm>
        </p:spPr>
        <p:txBody>
          <a:bodyPr>
            <a:normAutofit/>
          </a:bodyPr>
          <a:lstStyle/>
          <a:p>
            <a:r>
              <a:rPr lang="en-ZA" dirty="0"/>
              <a:t>What The Diagram Shows.</a:t>
            </a:r>
          </a:p>
        </p:txBody>
      </p:sp>
      <p:graphicFrame>
        <p:nvGraphicFramePr>
          <p:cNvPr id="10" name="Content Placeholder 2">
            <a:extLst>
              <a:ext uri="{FF2B5EF4-FFF2-40B4-BE49-F238E27FC236}">
                <a16:creationId xmlns:a16="http://schemas.microsoft.com/office/drawing/2014/main" id="{47756E8F-7F53-57D2-C367-6128BF19E2DE}"/>
              </a:ext>
            </a:extLst>
          </p:cNvPr>
          <p:cNvGraphicFramePr>
            <a:graphicFrameLocks noGrp="1"/>
          </p:cNvGraphicFramePr>
          <p:nvPr>
            <p:ph idx="1"/>
            <p:extLst>
              <p:ext uri="{D42A27DB-BD31-4B8C-83A1-F6EECF244321}">
                <p14:modId xmlns:p14="http://schemas.microsoft.com/office/powerpoint/2010/main" val="757783052"/>
              </p:ext>
            </p:extLst>
          </p:nvPr>
        </p:nvGraphicFramePr>
        <p:xfrm>
          <a:off x="601698" y="1870363"/>
          <a:ext cx="7290197" cy="47916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688624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784CE2-31CB-831B-D4F7-FD92A7FE968B}"/>
              </a:ext>
            </a:extLst>
          </p:cNvPr>
          <p:cNvSpPr>
            <a:spLocks noGrp="1"/>
          </p:cNvSpPr>
          <p:nvPr>
            <p:ph type="title"/>
          </p:nvPr>
        </p:nvSpPr>
        <p:spPr>
          <a:xfrm>
            <a:off x="723591" y="804333"/>
            <a:ext cx="2543925" cy="5249334"/>
          </a:xfrm>
        </p:spPr>
        <p:txBody>
          <a:bodyPr>
            <a:normAutofit/>
          </a:bodyPr>
          <a:lstStyle/>
          <a:p>
            <a:pPr algn="r"/>
            <a:r>
              <a:rPr lang="en-ZA" dirty="0"/>
              <a:t>conclusion</a:t>
            </a:r>
            <a:endParaRPr lang="en-ZA"/>
          </a:p>
        </p:txBody>
      </p:sp>
      <p:cxnSp>
        <p:nvCxnSpPr>
          <p:cNvPr id="17" name="Straight Connector 16">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BBD3C9C-923F-8622-F7A4-DF37494B371E}"/>
              </a:ext>
            </a:extLst>
          </p:cNvPr>
          <p:cNvSpPr>
            <a:spLocks noGrp="1"/>
          </p:cNvSpPr>
          <p:nvPr>
            <p:ph idx="1"/>
          </p:nvPr>
        </p:nvSpPr>
        <p:spPr>
          <a:xfrm>
            <a:off x="3749497" y="804333"/>
            <a:ext cx="4693291" cy="5249334"/>
          </a:xfrm>
        </p:spPr>
        <p:txBody>
          <a:bodyPr anchor="ctr">
            <a:normAutofit/>
          </a:bodyPr>
          <a:lstStyle/>
          <a:p>
            <a:pPr marL="0" marR="0" lvl="0" indent="0" defTabSz="914400" rtl="0" eaLnBrk="1" fontAlgn="auto" latinLnBrk="0" hangingPunct="1">
              <a:spcBef>
                <a:spcPts val="1000"/>
              </a:spcBef>
              <a:spcAft>
                <a:spcPts val="0"/>
              </a:spcAft>
              <a:buClrTx/>
              <a:buSzTx/>
              <a:buNone/>
              <a:tabLst/>
              <a:defRPr/>
            </a:pPr>
            <a:r>
              <a:rPr kumimoji="0" lang="en-GB" b="0" i="0" u="none" strike="noStrike" kern="1200" cap="none" spc="0" normalizeH="0" baseline="0" noProof="0" dirty="0">
                <a:ln>
                  <a:noFill/>
                </a:ln>
                <a:effectLst/>
                <a:uLnTx/>
                <a:uFillTx/>
                <a:latin typeface="Neue Haas Grotesk Text Pro"/>
                <a:ea typeface="+mn-ea"/>
                <a:cs typeface="+mn-cs"/>
              </a:rPr>
              <a:t>In conclusion, this graph helps us visualize </a:t>
            </a:r>
            <a:r>
              <a:rPr kumimoji="0" lang="en-GB" b="0" i="0" u="none" strike="noStrike" kern="1200" cap="none" spc="0" normalizeH="0" baseline="0" noProof="0" dirty="0" err="1">
                <a:ln>
                  <a:noFill/>
                </a:ln>
                <a:effectLst/>
                <a:uLnTx/>
                <a:uFillTx/>
                <a:latin typeface="Neue Haas Grotesk Text Pro"/>
                <a:ea typeface="+mn-ea"/>
                <a:cs typeface="+mn-cs"/>
              </a:rPr>
              <a:t>UnganaConnect</a:t>
            </a:r>
            <a:r>
              <a:rPr kumimoji="0" lang="en-GB" b="0" i="0" u="none" strike="noStrike" kern="1200" cap="none" spc="0" normalizeH="0" baseline="0" noProof="0" dirty="0">
                <a:ln>
                  <a:noFill/>
                </a:ln>
                <a:effectLst/>
                <a:uLnTx/>
                <a:uFillTx/>
                <a:latin typeface="Neue Haas Grotesk Text Pro"/>
                <a:ea typeface="+mn-ea"/>
                <a:cs typeface="+mn-cs"/>
              </a:rPr>
              <a:t> not just as a collection of isolated modules, but as an interconnected ecosystem — where every entity supports collaboration, training, and impact tracking within African civil society organisations</a:t>
            </a:r>
            <a:endParaRPr kumimoji="0" lang="en-ZA" b="0" i="0" u="none" strike="noStrike" kern="1200" cap="none" spc="0" normalizeH="0" baseline="0" noProof="0" dirty="0">
              <a:ln>
                <a:noFill/>
              </a:ln>
              <a:effectLst/>
              <a:uLnTx/>
              <a:uFillTx/>
              <a:latin typeface="Neue Haas Grotesk Text Pro"/>
              <a:ea typeface="+mn-ea"/>
              <a:cs typeface="+mn-cs"/>
            </a:endParaRPr>
          </a:p>
          <a:p>
            <a:endParaRPr lang="en-GB" dirty="0"/>
          </a:p>
        </p:txBody>
      </p:sp>
    </p:spTree>
    <p:extLst>
      <p:ext uri="{BB962C8B-B14F-4D97-AF65-F5344CB8AC3E}">
        <p14:creationId xmlns:p14="http://schemas.microsoft.com/office/powerpoint/2010/main" val="548999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5B4FF-5A28-E258-24D1-65C7085EC8B9}"/>
              </a:ext>
            </a:extLst>
          </p:cNvPr>
          <p:cNvSpPr>
            <a:spLocks noGrp="1"/>
          </p:cNvSpPr>
          <p:nvPr>
            <p:ph type="title"/>
          </p:nvPr>
        </p:nvSpPr>
        <p:spPr>
          <a:xfrm>
            <a:off x="768096" y="585216"/>
            <a:ext cx="4540174" cy="1499616"/>
          </a:xfrm>
        </p:spPr>
        <p:txBody>
          <a:bodyPr/>
          <a:lstStyle/>
          <a:p>
            <a:r>
              <a:rPr lang="en-ZA" dirty="0"/>
              <a:t>Data Structure Overview.</a:t>
            </a:r>
          </a:p>
        </p:txBody>
      </p:sp>
      <p:sp>
        <p:nvSpPr>
          <p:cNvPr id="3" name="Content Placeholder 2">
            <a:extLst>
              <a:ext uri="{FF2B5EF4-FFF2-40B4-BE49-F238E27FC236}">
                <a16:creationId xmlns:a16="http://schemas.microsoft.com/office/drawing/2014/main" id="{49A5A203-1F93-6AE7-FB16-9BE66D3963B5}"/>
              </a:ext>
            </a:extLst>
          </p:cNvPr>
          <p:cNvSpPr>
            <a:spLocks noGrp="1"/>
          </p:cNvSpPr>
          <p:nvPr>
            <p:ph idx="1"/>
          </p:nvPr>
        </p:nvSpPr>
        <p:spPr>
          <a:xfrm>
            <a:off x="768097" y="2286000"/>
            <a:ext cx="4540174" cy="4023360"/>
          </a:xfrm>
        </p:spPr>
        <p:txBody>
          <a:bodyPr>
            <a:normAutofit fontScale="70000" lnSpcReduction="20000"/>
          </a:bodyPr>
          <a:lstStyle/>
          <a:p>
            <a:r>
              <a:rPr lang="en-ZA" dirty="0">
                <a:hlinkClick r:id="rId2" action="ppaction://hlinkfile"/>
              </a:rPr>
              <a:t>Link To The UML:</a:t>
            </a:r>
            <a:endParaRPr lang="en-ZA" dirty="0"/>
          </a:p>
          <a:p>
            <a:endParaRPr lang="en-ZA" dirty="0"/>
          </a:p>
          <a:p>
            <a:r>
              <a:rPr lang="en-ZA" dirty="0"/>
              <a:t>This graph visualization represents how different module within the </a:t>
            </a:r>
            <a:r>
              <a:rPr lang="en-ZA" dirty="0" err="1"/>
              <a:t>UngganaConnect</a:t>
            </a:r>
            <a:r>
              <a:rPr lang="en-ZA" dirty="0"/>
              <a:t> platform are interconnect.</a:t>
            </a:r>
          </a:p>
          <a:p>
            <a:r>
              <a:rPr lang="en-ZA" dirty="0"/>
              <a:t>Each node in the graph represents a core system module, such as:</a:t>
            </a:r>
          </a:p>
          <a:p>
            <a:pPr lvl="1"/>
            <a:r>
              <a:rPr lang="en-ZA" sz="2000" dirty="0"/>
              <a:t>Training &amp; Learning</a:t>
            </a:r>
          </a:p>
          <a:p>
            <a:pPr lvl="1"/>
            <a:r>
              <a:rPr lang="en-ZA" sz="2000" dirty="0"/>
              <a:t>Knowledge Repository</a:t>
            </a:r>
          </a:p>
          <a:p>
            <a:pPr lvl="1"/>
            <a:r>
              <a:rPr lang="en-ZA" sz="2000" dirty="0"/>
              <a:t>Consultancy Management</a:t>
            </a:r>
          </a:p>
          <a:p>
            <a:pPr lvl="1"/>
            <a:r>
              <a:rPr lang="en-ZA" sz="2000" dirty="0"/>
              <a:t>Event Management</a:t>
            </a:r>
          </a:p>
          <a:p>
            <a:pPr lvl="1"/>
            <a:r>
              <a:rPr lang="en-ZA" sz="2000" dirty="0"/>
              <a:t>Community Forum</a:t>
            </a:r>
          </a:p>
          <a:p>
            <a:pPr lvl="1"/>
            <a:r>
              <a:rPr lang="en-ZA" sz="2000" dirty="0"/>
              <a:t>Impact Dashboard</a:t>
            </a:r>
          </a:p>
          <a:p>
            <a:r>
              <a:rPr lang="en-ZA" dirty="0"/>
              <a:t>The edges between nodes represent relationships and data flows of how information passes between modules.</a:t>
            </a:r>
          </a:p>
          <a:p>
            <a:r>
              <a:rPr lang="en-ZA" dirty="0"/>
              <a:t>For example, users who attend training sessions are automatically linked to event records and progress tracking in the dashboard.</a:t>
            </a:r>
          </a:p>
          <a:p>
            <a:endParaRPr lang="en-GB" dirty="0"/>
          </a:p>
        </p:txBody>
      </p:sp>
      <p:graphicFrame>
        <p:nvGraphicFramePr>
          <p:cNvPr id="6" name="Object 5">
            <a:extLst>
              <a:ext uri="{FF2B5EF4-FFF2-40B4-BE49-F238E27FC236}">
                <a16:creationId xmlns:a16="http://schemas.microsoft.com/office/drawing/2014/main" id="{522594E2-D801-28C5-905B-0A7E8FA8DBBE}"/>
              </a:ext>
            </a:extLst>
          </p:cNvPr>
          <p:cNvGraphicFramePr>
            <a:graphicFrameLocks noChangeAspect="1"/>
          </p:cNvGraphicFramePr>
          <p:nvPr>
            <p:extLst>
              <p:ext uri="{D42A27DB-BD31-4B8C-83A1-F6EECF244321}">
                <p14:modId xmlns:p14="http://schemas.microsoft.com/office/powerpoint/2010/main" val="2676491413"/>
              </p:ext>
            </p:extLst>
          </p:nvPr>
        </p:nvGraphicFramePr>
        <p:xfrm>
          <a:off x="612647" y="2510603"/>
          <a:ext cx="2613025" cy="517525"/>
        </p:xfrm>
        <a:graphic>
          <a:graphicData uri="http://schemas.openxmlformats.org/presentationml/2006/ole">
            <mc:AlternateContent xmlns:mc="http://schemas.openxmlformats.org/markup-compatibility/2006">
              <mc:Choice xmlns:v="urn:schemas-microsoft-com:vml" Requires="v">
                <p:oleObj name="Packager Shell Object" showAsIcon="1" r:id="rId3" imgW="2613483" imgH="517956" progId="Package">
                  <p:embed/>
                </p:oleObj>
              </mc:Choice>
              <mc:Fallback>
                <p:oleObj name="Packager Shell Object" showAsIcon="1" r:id="rId3" imgW="2613483" imgH="517956" progId="Package">
                  <p:embed/>
                  <p:pic>
                    <p:nvPicPr>
                      <p:cNvPr id="6" name="Object 5">
                        <a:extLst>
                          <a:ext uri="{FF2B5EF4-FFF2-40B4-BE49-F238E27FC236}">
                            <a16:creationId xmlns:a16="http://schemas.microsoft.com/office/drawing/2014/main" id="{522594E2-D801-28C5-905B-0A7E8FA8DBBE}"/>
                          </a:ext>
                        </a:extLst>
                      </p:cNvPr>
                      <p:cNvPicPr/>
                      <p:nvPr/>
                    </p:nvPicPr>
                    <p:blipFill>
                      <a:blip r:embed="rId4"/>
                      <a:stretch>
                        <a:fillRect/>
                      </a:stretch>
                    </p:blipFill>
                    <p:spPr>
                      <a:xfrm>
                        <a:off x="612647" y="2510603"/>
                        <a:ext cx="2613025" cy="517525"/>
                      </a:xfrm>
                      <a:prstGeom prst="rect">
                        <a:avLst/>
                      </a:prstGeom>
                    </p:spPr>
                  </p:pic>
                </p:oleObj>
              </mc:Fallback>
            </mc:AlternateContent>
          </a:graphicData>
        </a:graphic>
      </p:graphicFrame>
      <p:pic>
        <p:nvPicPr>
          <p:cNvPr id="4" name="Picture 3" descr="Top view of cubes connected with black lines">
            <a:extLst>
              <a:ext uri="{FF2B5EF4-FFF2-40B4-BE49-F238E27FC236}">
                <a16:creationId xmlns:a16="http://schemas.microsoft.com/office/drawing/2014/main" id="{1A9FC3EE-9929-9647-30BD-83B62987B907}"/>
              </a:ext>
            </a:extLst>
          </p:cNvPr>
          <p:cNvPicPr>
            <a:picLocks noChangeAspect="1"/>
          </p:cNvPicPr>
          <p:nvPr/>
        </p:nvPicPr>
        <p:blipFill>
          <a:blip r:embed="rId5"/>
          <a:srcRect l="35933" r="26011"/>
          <a:stretch>
            <a:fillRect/>
          </a:stretch>
        </p:blipFill>
        <p:spPr>
          <a:xfrm>
            <a:off x="5664199" y="10"/>
            <a:ext cx="3479800" cy="6857990"/>
          </a:xfrm>
          <a:prstGeom prst="rect">
            <a:avLst/>
          </a:prstGeom>
        </p:spPr>
      </p:pic>
    </p:spTree>
    <p:extLst>
      <p:ext uri="{BB962C8B-B14F-4D97-AF65-F5344CB8AC3E}">
        <p14:creationId xmlns:p14="http://schemas.microsoft.com/office/powerpoint/2010/main" val="766688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9B93-BAA0-1C23-01F0-659D982E4D8C}"/>
              </a:ext>
            </a:extLst>
          </p:cNvPr>
          <p:cNvSpPr>
            <a:spLocks noGrp="1"/>
          </p:cNvSpPr>
          <p:nvPr>
            <p:ph type="title"/>
          </p:nvPr>
        </p:nvSpPr>
        <p:spPr>
          <a:xfrm>
            <a:off x="768096" y="585216"/>
            <a:ext cx="4550113" cy="1499616"/>
          </a:xfrm>
        </p:spPr>
        <p:txBody>
          <a:bodyPr>
            <a:normAutofit/>
          </a:bodyPr>
          <a:lstStyle/>
          <a:p>
            <a:r>
              <a:rPr lang="en-GB" dirty="0"/>
              <a:t>.</a:t>
            </a:r>
            <a:r>
              <a:rPr lang="en-ZA" dirty="0"/>
              <a:t> Data Structure Overview (Cont.)</a:t>
            </a:r>
            <a:r>
              <a:rPr lang="en-GB" dirty="0"/>
              <a:t> </a:t>
            </a:r>
            <a:endParaRPr lang="en-ZA" dirty="0"/>
          </a:p>
        </p:txBody>
      </p:sp>
      <p:sp>
        <p:nvSpPr>
          <p:cNvPr id="3" name="Content Placeholder 2">
            <a:extLst>
              <a:ext uri="{FF2B5EF4-FFF2-40B4-BE49-F238E27FC236}">
                <a16:creationId xmlns:a16="http://schemas.microsoft.com/office/drawing/2014/main" id="{524095AA-C1F1-37D8-14B2-58DE191E3120}"/>
              </a:ext>
            </a:extLst>
          </p:cNvPr>
          <p:cNvSpPr>
            <a:spLocks noGrp="1"/>
          </p:cNvSpPr>
          <p:nvPr>
            <p:ph idx="1"/>
          </p:nvPr>
        </p:nvSpPr>
        <p:spPr>
          <a:xfrm>
            <a:off x="768096" y="2286000"/>
            <a:ext cx="4550113" cy="4023360"/>
          </a:xfrm>
        </p:spPr>
        <p:txBody>
          <a:bodyPr>
            <a:normAutofit/>
          </a:bodyPr>
          <a:lstStyle/>
          <a:p>
            <a:r>
              <a:rPr lang="en-GB" dirty="0"/>
              <a:t>This graph view helps in understanding:</a:t>
            </a:r>
            <a:br>
              <a:rPr lang="en-GB" dirty="0"/>
            </a:br>
            <a:r>
              <a:rPr lang="en-GB" dirty="0"/>
              <a:t>Data dependencies between system components.</a:t>
            </a:r>
            <a:br>
              <a:rPr lang="en-GB" dirty="0"/>
            </a:br>
            <a:r>
              <a:rPr lang="en-GB" dirty="0"/>
              <a:t>Integration points that need to stay consistent in the database.</a:t>
            </a:r>
            <a:br>
              <a:rPr lang="en-GB" dirty="0"/>
            </a:br>
            <a:r>
              <a:rPr lang="en-GB" dirty="0"/>
              <a:t>Scalability impacts when one module is updated.</a:t>
            </a:r>
            <a:br>
              <a:rPr lang="en-GB" dirty="0"/>
            </a:br>
            <a:r>
              <a:rPr lang="en-GB" dirty="0"/>
              <a:t>From a database administrative perspective, visualising the platform this way helps ensure </a:t>
            </a:r>
            <a:r>
              <a:rPr lang="en-GB" dirty="0" err="1"/>
              <a:t>referencial</a:t>
            </a:r>
            <a:r>
              <a:rPr lang="en-GB" dirty="0"/>
              <a:t> integrity, index optimisation, and relationship mapping within the SQL database</a:t>
            </a:r>
            <a:endParaRPr lang="en-ZA" dirty="0"/>
          </a:p>
        </p:txBody>
      </p:sp>
      <p:pic>
        <p:nvPicPr>
          <p:cNvPr id="5" name="Picture 4" descr="Top view of cubes connected with black lines">
            <a:extLst>
              <a:ext uri="{FF2B5EF4-FFF2-40B4-BE49-F238E27FC236}">
                <a16:creationId xmlns:a16="http://schemas.microsoft.com/office/drawing/2014/main" id="{8B774EF5-194F-4211-36B3-27A14F8BCF19}"/>
              </a:ext>
            </a:extLst>
          </p:cNvPr>
          <p:cNvPicPr>
            <a:picLocks noChangeAspect="1"/>
          </p:cNvPicPr>
          <p:nvPr/>
        </p:nvPicPr>
        <p:blipFill>
          <a:blip r:embed="rId2"/>
          <a:srcRect l="35933" r="26011"/>
          <a:stretch>
            <a:fillRect/>
          </a:stretch>
        </p:blipFill>
        <p:spPr>
          <a:xfrm>
            <a:off x="5664199" y="10"/>
            <a:ext cx="3479800" cy="6857990"/>
          </a:xfrm>
          <a:prstGeom prst="rect">
            <a:avLst/>
          </a:prstGeom>
        </p:spPr>
      </p:pic>
    </p:spTree>
    <p:extLst>
      <p:ext uri="{BB962C8B-B14F-4D97-AF65-F5344CB8AC3E}">
        <p14:creationId xmlns:p14="http://schemas.microsoft.com/office/powerpoint/2010/main" val="682792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23CB30-4BB7-4460-B3F9-F7129671EB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52B386-6A89-3C33-191A-CD7876B69E18}"/>
              </a:ext>
            </a:extLst>
          </p:cNvPr>
          <p:cNvSpPr>
            <a:spLocks noGrp="1"/>
          </p:cNvSpPr>
          <p:nvPr>
            <p:ph type="title"/>
          </p:nvPr>
        </p:nvSpPr>
        <p:spPr>
          <a:xfrm>
            <a:off x="6097404" y="643467"/>
            <a:ext cx="2604756" cy="5571066"/>
          </a:xfrm>
        </p:spPr>
        <p:txBody>
          <a:bodyPr>
            <a:normAutofit/>
          </a:bodyPr>
          <a:lstStyle/>
          <a:p>
            <a:r>
              <a:rPr lang="en-ZA" dirty="0"/>
              <a:t>System Integration.</a:t>
            </a:r>
          </a:p>
        </p:txBody>
      </p:sp>
      <p:cxnSp>
        <p:nvCxnSpPr>
          <p:cNvPr id="12" name="Straight Connector 11">
            <a:extLst>
              <a:ext uri="{FF2B5EF4-FFF2-40B4-BE49-F238E27FC236}">
                <a16:creationId xmlns:a16="http://schemas.microsoft.com/office/drawing/2014/main" id="{EF0BD310-B3D2-4A7F-BB39-05C1A1A0D3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49C5179-8D8D-8A2D-27E9-BA70513B7EE4}"/>
              </a:ext>
            </a:extLst>
          </p:cNvPr>
          <p:cNvGraphicFramePr>
            <a:graphicFrameLocks noGrp="1"/>
          </p:cNvGraphicFramePr>
          <p:nvPr>
            <p:ph idx="1"/>
            <p:extLst>
              <p:ext uri="{D42A27DB-BD31-4B8C-83A1-F6EECF244321}">
                <p14:modId xmlns:p14="http://schemas.microsoft.com/office/powerpoint/2010/main" val="245701351"/>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6090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E07C3B-4A96-2371-66D5-B6F3F49A7C78}"/>
              </a:ext>
            </a:extLst>
          </p:cNvPr>
          <p:cNvSpPr>
            <a:spLocks noGrp="1"/>
          </p:cNvSpPr>
          <p:nvPr>
            <p:ph type="title"/>
          </p:nvPr>
        </p:nvSpPr>
        <p:spPr>
          <a:xfrm>
            <a:off x="723591" y="804333"/>
            <a:ext cx="2543925" cy="5249334"/>
          </a:xfrm>
        </p:spPr>
        <p:txBody>
          <a:bodyPr>
            <a:normAutofit/>
          </a:bodyPr>
          <a:lstStyle/>
          <a:p>
            <a:pPr algn="r"/>
            <a:r>
              <a:rPr lang="en-ZA" dirty="0"/>
              <a:t>conclusion</a:t>
            </a:r>
            <a:endParaRPr lang="en-ZA"/>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90DA4F-36A2-3E17-1673-ADC6F63B4E95}"/>
              </a:ext>
            </a:extLst>
          </p:cNvPr>
          <p:cNvSpPr>
            <a:spLocks noGrp="1"/>
          </p:cNvSpPr>
          <p:nvPr>
            <p:ph idx="1"/>
          </p:nvPr>
        </p:nvSpPr>
        <p:spPr>
          <a:xfrm>
            <a:off x="3749497" y="804333"/>
            <a:ext cx="4693291" cy="5249334"/>
          </a:xfrm>
        </p:spPr>
        <p:txBody>
          <a:bodyPr anchor="ctr">
            <a:normAutofit/>
          </a:bodyPr>
          <a:lstStyle/>
          <a:p>
            <a:r>
              <a:rPr lang="en-ZA" dirty="0"/>
              <a:t>The Graph Structure shows how modules connect functionally.</a:t>
            </a:r>
          </a:p>
          <a:p>
            <a:r>
              <a:rPr lang="en-ZA" dirty="0"/>
              <a:t>The UML Diagram shows how those connections are implemented structurally in code and the database.</a:t>
            </a:r>
          </a:p>
          <a:p>
            <a:r>
              <a:rPr lang="en-ZA" dirty="0"/>
              <a:t>Together, they form a complete system model from conceptual relationships to technical design.</a:t>
            </a:r>
          </a:p>
          <a:p>
            <a:r>
              <a:rPr lang="en-ZA" dirty="0"/>
              <a:t>This integrated understanding supports our mission to digitally empower African civil society organisations. Through structured, reliable, and well-connected data systems.</a:t>
            </a:r>
          </a:p>
          <a:p>
            <a:endParaRPr lang="en-ZA" dirty="0"/>
          </a:p>
        </p:txBody>
      </p:sp>
    </p:spTree>
    <p:extLst>
      <p:ext uri="{BB962C8B-B14F-4D97-AF65-F5344CB8AC3E}">
        <p14:creationId xmlns:p14="http://schemas.microsoft.com/office/powerpoint/2010/main" val="1602967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D98EE46-797C-45B8-8337-491B94E05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06B1C6-221E-2F8A-FA5C-154B4627B0DE}"/>
              </a:ext>
            </a:extLst>
          </p:cNvPr>
          <p:cNvSpPr>
            <a:spLocks noGrp="1"/>
          </p:cNvSpPr>
          <p:nvPr>
            <p:ph type="ctrTitle"/>
          </p:nvPr>
        </p:nvSpPr>
        <p:spPr>
          <a:xfrm>
            <a:off x="475875" y="640080"/>
            <a:ext cx="3014572" cy="3339348"/>
          </a:xfrm>
        </p:spPr>
        <p:txBody>
          <a:bodyPr anchor="b">
            <a:normAutofit/>
          </a:bodyPr>
          <a:lstStyle/>
          <a:p>
            <a:r>
              <a:rPr lang="en-ZA" sz="3800">
                <a:solidFill>
                  <a:srgbClr val="FFFFFF"/>
                </a:solidFill>
              </a:rPr>
              <a:t>Frontend</a:t>
            </a:r>
          </a:p>
        </p:txBody>
      </p:sp>
      <p:sp>
        <p:nvSpPr>
          <p:cNvPr id="3" name="Subtitle 2">
            <a:extLst>
              <a:ext uri="{FF2B5EF4-FFF2-40B4-BE49-F238E27FC236}">
                <a16:creationId xmlns:a16="http://schemas.microsoft.com/office/drawing/2014/main" id="{41CB1ECA-7BE0-BCCB-7DA9-174F8A7F0605}"/>
              </a:ext>
            </a:extLst>
          </p:cNvPr>
          <p:cNvSpPr>
            <a:spLocks noGrp="1"/>
          </p:cNvSpPr>
          <p:nvPr>
            <p:ph type="subTitle" idx="1"/>
          </p:nvPr>
        </p:nvSpPr>
        <p:spPr>
          <a:xfrm>
            <a:off x="479190" y="4315017"/>
            <a:ext cx="3011257" cy="1893939"/>
          </a:xfrm>
        </p:spPr>
        <p:txBody>
          <a:bodyPr anchor="t">
            <a:normAutofit/>
          </a:bodyPr>
          <a:lstStyle/>
          <a:p>
            <a:pPr algn="r"/>
            <a:r>
              <a:rPr lang="en-ZA" sz="1400">
                <a:solidFill>
                  <a:srgbClr val="FFFFFF"/>
                </a:solidFill>
              </a:rPr>
              <a:t>By Bhekile Mngwenya</a:t>
            </a:r>
          </a:p>
        </p:txBody>
      </p:sp>
      <p:cxnSp>
        <p:nvCxnSpPr>
          <p:cNvPr id="15" name="Straight Connector 14">
            <a:extLst>
              <a:ext uri="{FF2B5EF4-FFF2-40B4-BE49-F238E27FC236}">
                <a16:creationId xmlns:a16="http://schemas.microsoft.com/office/drawing/2014/main" id="{4E4CA735-62CB-4665-AA7D-4A259E3F7C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9347" y="4156010"/>
            <a:ext cx="267462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19704C7-B579-43B7-89ED-555E6619A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047" y="0"/>
            <a:ext cx="5182493" cy="6858000"/>
          </a:xfrm>
          <a:prstGeom prst="rect">
            <a:avLst/>
          </a:prstGeom>
          <a:blipFill dpi="0" rotWithShape="1">
            <a:blip r:embed="rId2">
              <a:duotone>
                <a:schemeClr val="accent2">
                  <a:shade val="45000"/>
                  <a:satMod val="135000"/>
                </a:schemeClr>
                <a:prstClr val="white"/>
              </a:duotone>
            </a:blip>
            <a:srcRect/>
            <a:tile tx="0" ty="0" sx="65000" sy="6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Tree>
    <p:extLst>
      <p:ext uri="{BB962C8B-B14F-4D97-AF65-F5344CB8AC3E}">
        <p14:creationId xmlns:p14="http://schemas.microsoft.com/office/powerpoint/2010/main" val="150683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352061-5851-006D-D275-A2012CB11D9B}"/>
              </a:ext>
            </a:extLst>
          </p:cNvPr>
          <p:cNvSpPr>
            <a:spLocks noGrp="1"/>
          </p:cNvSpPr>
          <p:nvPr>
            <p:ph type="title"/>
          </p:nvPr>
        </p:nvSpPr>
        <p:spPr>
          <a:xfrm>
            <a:off x="723591" y="804333"/>
            <a:ext cx="2543925" cy="5249334"/>
          </a:xfrm>
        </p:spPr>
        <p:txBody>
          <a:bodyPr>
            <a:normAutofit/>
          </a:bodyPr>
          <a:lstStyle/>
          <a:p>
            <a:pPr algn="r"/>
            <a:r>
              <a:rPr lang="en-US" sz="3100" dirty="0" err="1"/>
              <a:t>UnganaConnect</a:t>
            </a:r>
            <a:r>
              <a:rPr lang="en-US" sz="3100" dirty="0"/>
              <a:t>: ICT Training and Collaboration Platform</a:t>
            </a:r>
            <a:endParaRPr lang="en-ZA" sz="3100" dirty="0"/>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A44FCB0-0910-FBF8-A1C1-A2B0A296EBEB}"/>
              </a:ext>
            </a:extLst>
          </p:cNvPr>
          <p:cNvSpPr>
            <a:spLocks noGrp="1"/>
          </p:cNvSpPr>
          <p:nvPr>
            <p:ph idx="1"/>
          </p:nvPr>
        </p:nvSpPr>
        <p:spPr>
          <a:xfrm>
            <a:off x="3749497" y="804333"/>
            <a:ext cx="5311376" cy="5249334"/>
          </a:xfrm>
        </p:spPr>
        <p:txBody>
          <a:bodyPr anchor="ctr">
            <a:normAutofit/>
          </a:bodyPr>
          <a:lstStyle/>
          <a:p>
            <a:r>
              <a:rPr lang="en-US" dirty="0"/>
              <a:t>A comprehensive training portal built with </a:t>
            </a:r>
            <a:r>
              <a:rPr lang="en-US" b="1" dirty="0"/>
              <a:t>ASP.NET Core 8.0 MVC</a:t>
            </a:r>
            <a:endParaRPr lang="en-US" dirty="0"/>
          </a:p>
          <a:p>
            <a:r>
              <a:rPr lang="en-US" dirty="0"/>
              <a:t>Digitizes Ungana-Afrika’s training, consultancy, and event management</a:t>
            </a:r>
          </a:p>
          <a:p>
            <a:r>
              <a:rPr lang="en-US" dirty="0"/>
              <a:t>Provides </a:t>
            </a:r>
            <a:r>
              <a:rPr lang="en-US" b="1" dirty="0"/>
              <a:t>learning management, resource sharing, community engagement</a:t>
            </a:r>
            <a:r>
              <a:rPr lang="en-US" dirty="0"/>
              <a:t>, and </a:t>
            </a:r>
            <a:r>
              <a:rPr lang="en-US" b="1" dirty="0"/>
              <a:t>impact reporting</a:t>
            </a:r>
            <a:endParaRPr lang="en-US" dirty="0"/>
          </a:p>
          <a:p>
            <a:r>
              <a:rPr lang="en-US" b="1" dirty="0"/>
              <a:t>Key Features:</a:t>
            </a:r>
            <a:endParaRPr lang="en-US" dirty="0"/>
          </a:p>
          <a:p>
            <a:pPr marL="0" indent="0">
              <a:buNone/>
            </a:pPr>
            <a:r>
              <a:rPr lang="en-ZA" dirty="0"/>
              <a:t>Course &amp; Quiz Management</a:t>
            </a:r>
          </a:p>
          <a:p>
            <a:pPr marL="0" indent="0">
              <a:buNone/>
            </a:pPr>
            <a:r>
              <a:rPr lang="en-ZA" dirty="0"/>
              <a:t>User Authentication &amp; Profiles</a:t>
            </a:r>
          </a:p>
          <a:p>
            <a:pPr marL="0" indent="0">
              <a:buNone/>
            </a:pPr>
            <a:r>
              <a:rPr lang="en-ZA" dirty="0"/>
              <a:t>Resource Library &amp; Blog</a:t>
            </a:r>
          </a:p>
          <a:p>
            <a:pPr marL="0" indent="0">
              <a:buNone/>
            </a:pPr>
            <a:r>
              <a:rPr lang="en-ZA" dirty="0"/>
              <a:t>Event Management &amp; Registration</a:t>
            </a:r>
          </a:p>
          <a:p>
            <a:pPr marL="0" indent="0">
              <a:buNone/>
            </a:pPr>
            <a:r>
              <a:rPr lang="en-ZA" dirty="0"/>
              <a:t>Azure Blob Storage Integration</a:t>
            </a:r>
          </a:p>
        </p:txBody>
      </p:sp>
    </p:spTree>
    <p:extLst>
      <p:ext uri="{BB962C8B-B14F-4D97-AF65-F5344CB8AC3E}">
        <p14:creationId xmlns:p14="http://schemas.microsoft.com/office/powerpoint/2010/main" val="1101454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623CB30-4BB7-4460-B3F9-F7129671EB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577484-F090-0256-AEBB-FCCFCAE631AB}"/>
              </a:ext>
            </a:extLst>
          </p:cNvPr>
          <p:cNvSpPr>
            <a:spLocks noGrp="1"/>
          </p:cNvSpPr>
          <p:nvPr>
            <p:ph type="title"/>
          </p:nvPr>
        </p:nvSpPr>
        <p:spPr>
          <a:xfrm>
            <a:off x="6097404" y="643467"/>
            <a:ext cx="2604756" cy="5571066"/>
          </a:xfrm>
        </p:spPr>
        <p:txBody>
          <a:bodyPr>
            <a:normAutofit/>
          </a:bodyPr>
          <a:lstStyle/>
          <a:p>
            <a:r>
              <a:rPr lang="en-US" sz="3700"/>
              <a:t>MVC Structure and Project Organization</a:t>
            </a:r>
            <a:endParaRPr lang="en-ZA" sz="3700"/>
          </a:p>
        </p:txBody>
      </p:sp>
      <p:cxnSp>
        <p:nvCxnSpPr>
          <p:cNvPr id="17" name="Straight Connector 16">
            <a:extLst>
              <a:ext uri="{FF2B5EF4-FFF2-40B4-BE49-F238E27FC236}">
                <a16:creationId xmlns:a16="http://schemas.microsoft.com/office/drawing/2014/main" id="{EF0BD310-B3D2-4A7F-BB39-05C1A1A0D3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8" name="Rectangle 1">
            <a:extLst>
              <a:ext uri="{FF2B5EF4-FFF2-40B4-BE49-F238E27FC236}">
                <a16:creationId xmlns:a16="http://schemas.microsoft.com/office/drawing/2014/main" id="{5CEC2BC5-8043-D1AA-1E1A-6B7B10237046}"/>
              </a:ext>
            </a:extLst>
          </p:cNvPr>
          <p:cNvGraphicFramePr>
            <a:graphicFrameLocks noGrp="1"/>
          </p:cNvGraphicFramePr>
          <p:nvPr>
            <p:ph idx="1"/>
            <p:extLst>
              <p:ext uri="{D42A27DB-BD31-4B8C-83A1-F6EECF244321}">
                <p14:modId xmlns:p14="http://schemas.microsoft.com/office/powerpoint/2010/main" val="2727485684"/>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5205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DE3A4-BD64-27AD-1B96-0EC84505016B}"/>
              </a:ext>
            </a:extLst>
          </p:cNvPr>
          <p:cNvSpPr>
            <a:spLocks noGrp="1"/>
          </p:cNvSpPr>
          <p:nvPr>
            <p:ph type="title"/>
          </p:nvPr>
        </p:nvSpPr>
        <p:spPr/>
        <p:txBody>
          <a:bodyPr/>
          <a:lstStyle/>
          <a:p>
            <a:r>
              <a:rPr lang="en-ZA" i="1"/>
              <a:t>Key Frontend Modules</a:t>
            </a:r>
            <a:endParaRPr lang="en-ZA" dirty="0"/>
          </a:p>
        </p:txBody>
      </p:sp>
      <p:graphicFrame>
        <p:nvGraphicFramePr>
          <p:cNvPr id="14" name="Rectangle 1">
            <a:extLst>
              <a:ext uri="{FF2B5EF4-FFF2-40B4-BE49-F238E27FC236}">
                <a16:creationId xmlns:a16="http://schemas.microsoft.com/office/drawing/2014/main" id="{2408E6EB-BBCF-328E-FAE6-011EC0DBD55C}"/>
              </a:ext>
            </a:extLst>
          </p:cNvPr>
          <p:cNvGraphicFramePr>
            <a:graphicFrameLocks noGrp="1"/>
          </p:cNvGraphicFramePr>
          <p:nvPr>
            <p:ph idx="1"/>
          </p:nvPr>
        </p:nvGraphicFramePr>
        <p:xfrm>
          <a:off x="487877" y="2664084"/>
          <a:ext cx="7800717" cy="2331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4055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E4DA7-A422-4D98-248C-02966BFF7B9E}"/>
              </a:ext>
            </a:extLst>
          </p:cNvPr>
          <p:cNvSpPr>
            <a:spLocks noGrp="1"/>
          </p:cNvSpPr>
          <p:nvPr>
            <p:ph type="title"/>
          </p:nvPr>
        </p:nvSpPr>
        <p:spPr>
          <a:xfrm>
            <a:off x="768096" y="585216"/>
            <a:ext cx="7290054" cy="1499616"/>
          </a:xfrm>
        </p:spPr>
        <p:txBody>
          <a:bodyPr>
            <a:normAutofit/>
          </a:bodyPr>
          <a:lstStyle/>
          <a:p>
            <a:r>
              <a:rPr lang="en-ZA" dirty="0"/>
              <a:t>User Interface &amp; Design</a:t>
            </a:r>
          </a:p>
        </p:txBody>
      </p:sp>
      <p:graphicFrame>
        <p:nvGraphicFramePr>
          <p:cNvPr id="10" name="Rectangle 1">
            <a:extLst>
              <a:ext uri="{FF2B5EF4-FFF2-40B4-BE49-F238E27FC236}">
                <a16:creationId xmlns:a16="http://schemas.microsoft.com/office/drawing/2014/main" id="{33CDF278-6545-14E6-9B76-5244CC786FC7}"/>
              </a:ext>
            </a:extLst>
          </p:cNvPr>
          <p:cNvGraphicFramePr>
            <a:graphicFrameLocks noGrp="1"/>
          </p:cNvGraphicFramePr>
          <p:nvPr>
            <p:ph idx="1"/>
            <p:extLst>
              <p:ext uri="{D42A27DB-BD31-4B8C-83A1-F6EECF244321}">
                <p14:modId xmlns:p14="http://schemas.microsoft.com/office/powerpoint/2010/main" val="3078239083"/>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0493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AB222-A896-727E-8115-90B938D17404}"/>
              </a:ext>
            </a:extLst>
          </p:cNvPr>
          <p:cNvSpPr>
            <a:spLocks noGrp="1"/>
          </p:cNvSpPr>
          <p:nvPr>
            <p:ph type="title"/>
          </p:nvPr>
        </p:nvSpPr>
        <p:spPr>
          <a:xfrm>
            <a:off x="768096" y="585216"/>
            <a:ext cx="7290054" cy="1499616"/>
          </a:xfrm>
        </p:spPr>
        <p:txBody>
          <a:bodyPr>
            <a:normAutofit/>
          </a:bodyPr>
          <a:lstStyle/>
          <a:p>
            <a:r>
              <a:rPr lang="en-US" dirty="0"/>
              <a:t>How the Frontend Works in Practice</a:t>
            </a:r>
            <a:endParaRPr lang="en-ZA" dirty="0"/>
          </a:p>
        </p:txBody>
      </p:sp>
      <p:graphicFrame>
        <p:nvGraphicFramePr>
          <p:cNvPr id="6" name="Rectangle 1">
            <a:extLst>
              <a:ext uri="{FF2B5EF4-FFF2-40B4-BE49-F238E27FC236}">
                <a16:creationId xmlns:a16="http://schemas.microsoft.com/office/drawing/2014/main" id="{0625E306-D129-1E1B-7BEF-9E61C4B80A25}"/>
              </a:ext>
            </a:extLst>
          </p:cNvPr>
          <p:cNvGraphicFramePr>
            <a:graphicFrameLocks noGrp="1"/>
          </p:cNvGraphicFramePr>
          <p:nvPr>
            <p:ph idx="1"/>
            <p:extLst>
              <p:ext uri="{D42A27DB-BD31-4B8C-83A1-F6EECF244321}">
                <p14:modId xmlns:p14="http://schemas.microsoft.com/office/powerpoint/2010/main" val="2569499529"/>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7791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64F47E8-C2CA-43A6-9404-03BADA34D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1544"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F01D43C-86DB-4B5D-A163-81BC94201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458" y="620720"/>
            <a:ext cx="3144880" cy="5571069"/>
          </a:xfrm>
          <a:prstGeom prst="rect">
            <a:avLst/>
          </a:prstGeom>
          <a:blipFill dpi="0" rotWithShape="1">
            <a:blip r:embed="rId2">
              <a:duotone>
                <a:schemeClr val="accent2">
                  <a:shade val="45000"/>
                  <a:satMod val="135000"/>
                </a:schemeClr>
                <a:prstClr val="white"/>
              </a:duotone>
            </a:blip>
            <a:srcRect/>
            <a:tile tx="0" ty="0" sx="65000" sy="6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3" name="Rectangle 22">
            <a:extLst>
              <a:ext uri="{FF2B5EF4-FFF2-40B4-BE49-F238E27FC236}">
                <a16:creationId xmlns:a16="http://schemas.microsoft.com/office/drawing/2014/main" id="{36A995F0-906C-4573-A739-16EED217D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2007" y="620720"/>
            <a:ext cx="4831860" cy="559316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99F245B-FD94-990D-D2A6-516767A5D25C}"/>
              </a:ext>
            </a:extLst>
          </p:cNvPr>
          <p:cNvSpPr txBox="1"/>
          <p:nvPr/>
        </p:nvSpPr>
        <p:spPr>
          <a:xfrm>
            <a:off x="4192590" y="1105351"/>
            <a:ext cx="4107803" cy="3023981"/>
          </a:xfrm>
          <a:prstGeom prst="rect">
            <a:avLst/>
          </a:prstGeom>
        </p:spPr>
        <p:txBody>
          <a:bodyPr vert="horz" lIns="91440" tIns="45720" rIns="91440" bIns="45720" rtlCol="0" anchor="b">
            <a:normAutofit/>
          </a:bodyPr>
          <a:lstStyle/>
          <a:p>
            <a:pPr defTabSz="914400">
              <a:lnSpc>
                <a:spcPct val="80000"/>
              </a:lnSpc>
              <a:spcBef>
                <a:spcPct val="0"/>
              </a:spcBef>
              <a:spcAft>
                <a:spcPts val="600"/>
              </a:spcAft>
            </a:pPr>
            <a:r>
              <a:rPr lang="en-US" sz="3800" cap="all" spc="200">
                <a:solidFill>
                  <a:schemeClr val="bg1"/>
                </a:solidFill>
                <a:latin typeface="+mj-lt"/>
                <a:ea typeface="+mj-ea"/>
                <a:cs typeface="+mj-cs"/>
              </a:rPr>
              <a:t>Backend</a:t>
            </a:r>
          </a:p>
        </p:txBody>
      </p:sp>
      <p:sp>
        <p:nvSpPr>
          <p:cNvPr id="2" name="TextBox 1">
            <a:extLst>
              <a:ext uri="{FF2B5EF4-FFF2-40B4-BE49-F238E27FC236}">
                <a16:creationId xmlns:a16="http://schemas.microsoft.com/office/drawing/2014/main" id="{9B118938-B653-0EBF-AFFB-7D1668A961A8}"/>
              </a:ext>
            </a:extLst>
          </p:cNvPr>
          <p:cNvSpPr txBox="1"/>
          <p:nvPr/>
        </p:nvSpPr>
        <p:spPr>
          <a:xfrm>
            <a:off x="4192590" y="4297556"/>
            <a:ext cx="4107803" cy="1431695"/>
          </a:xfrm>
          <a:prstGeom prst="rect">
            <a:avLst/>
          </a:prstGeom>
        </p:spPr>
        <p:txBody>
          <a:bodyPr vert="horz" lIns="91440" tIns="45720" rIns="91440" bIns="45720" rtlCol="0" anchor="t">
            <a:normAutofit/>
          </a:bodyPr>
          <a:lstStyle/>
          <a:p>
            <a:pPr defTabSz="914400">
              <a:spcAft>
                <a:spcPts val="200"/>
              </a:spcAft>
              <a:buClr>
                <a:schemeClr val="accent2"/>
              </a:buClr>
              <a:buSzPct val="100000"/>
            </a:pPr>
            <a:r>
              <a:rPr lang="en-US" sz="1400">
                <a:solidFill>
                  <a:schemeClr val="bg1"/>
                </a:solidFill>
              </a:rPr>
              <a:t>By Madimetja Terence Chuene</a:t>
            </a:r>
          </a:p>
        </p:txBody>
      </p:sp>
      <p:cxnSp>
        <p:nvCxnSpPr>
          <p:cNvPr id="25" name="Straight Connector 24">
            <a:extLst>
              <a:ext uri="{FF2B5EF4-FFF2-40B4-BE49-F238E27FC236}">
                <a16:creationId xmlns:a16="http://schemas.microsoft.com/office/drawing/2014/main" id="{C3F5F06D-7250-43A5-9B61-0B7F1FD7E3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07470" y="4214336"/>
            <a:ext cx="384048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475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4919B-DD24-2882-3111-9333063D2EC4}"/>
              </a:ext>
            </a:extLst>
          </p:cNvPr>
          <p:cNvSpPr>
            <a:spLocks noGrp="1"/>
          </p:cNvSpPr>
          <p:nvPr>
            <p:ph type="title"/>
          </p:nvPr>
        </p:nvSpPr>
        <p:spPr>
          <a:xfrm>
            <a:off x="768096" y="585216"/>
            <a:ext cx="7290054" cy="1499616"/>
          </a:xfrm>
        </p:spPr>
        <p:txBody>
          <a:bodyPr>
            <a:normAutofit/>
          </a:bodyPr>
          <a:lstStyle/>
          <a:p>
            <a:r>
              <a:rPr lang="en-ZA" dirty="0"/>
              <a:t>introduction</a:t>
            </a:r>
          </a:p>
        </p:txBody>
      </p:sp>
      <p:graphicFrame>
        <p:nvGraphicFramePr>
          <p:cNvPr id="11" name="Content Placeholder 2">
            <a:extLst>
              <a:ext uri="{FF2B5EF4-FFF2-40B4-BE49-F238E27FC236}">
                <a16:creationId xmlns:a16="http://schemas.microsoft.com/office/drawing/2014/main" id="{C23A1303-8D5F-7364-704D-9B21FD7A8A7D}"/>
              </a:ext>
            </a:extLst>
          </p:cNvPr>
          <p:cNvGraphicFramePr>
            <a:graphicFrameLocks noGrp="1"/>
          </p:cNvGraphicFramePr>
          <p:nvPr>
            <p:ph idx="1"/>
            <p:extLst>
              <p:ext uri="{D42A27DB-BD31-4B8C-83A1-F6EECF244321}">
                <p14:modId xmlns:p14="http://schemas.microsoft.com/office/powerpoint/2010/main" val="1580973246"/>
              </p:ext>
            </p:extLst>
          </p:nvPr>
        </p:nvGraphicFramePr>
        <p:xfrm>
          <a:off x="326040" y="1911928"/>
          <a:ext cx="8174166" cy="4396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5539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87D8F04-54B4-0988-99C0-8940F13E4EB3}"/>
              </a:ext>
            </a:extLst>
          </p:cNvPr>
          <p:cNvSpPr>
            <a:spLocks noGrp="1"/>
          </p:cNvSpPr>
          <p:nvPr>
            <p:ph type="title"/>
          </p:nvPr>
        </p:nvSpPr>
        <p:spPr/>
        <p:txBody>
          <a:bodyPr/>
          <a:lstStyle/>
          <a:p>
            <a:r>
              <a:rPr lang="en-US" b="1" dirty="0"/>
              <a:t>Stack </a:t>
            </a:r>
            <a:br>
              <a:rPr lang="en-US" b="1" dirty="0"/>
            </a:br>
            <a:endParaRPr lang="en-ZA" dirty="0"/>
          </a:p>
        </p:txBody>
      </p:sp>
      <p:graphicFrame>
        <p:nvGraphicFramePr>
          <p:cNvPr id="8" name="Content Placeholder 2">
            <a:extLst>
              <a:ext uri="{FF2B5EF4-FFF2-40B4-BE49-F238E27FC236}">
                <a16:creationId xmlns:a16="http://schemas.microsoft.com/office/drawing/2014/main" id="{906CB1D9-4156-7292-5D19-1F1E675C3956}"/>
              </a:ext>
            </a:extLst>
          </p:cNvPr>
          <p:cNvGraphicFramePr>
            <a:graphicFrameLocks noGrp="1"/>
          </p:cNvGraphicFramePr>
          <p:nvPr>
            <p:ph idx="1"/>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8294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A595-00B3-E3A0-1CE0-9E1C46B0847A}"/>
              </a:ext>
            </a:extLst>
          </p:cNvPr>
          <p:cNvSpPr>
            <a:spLocks noGrp="1"/>
          </p:cNvSpPr>
          <p:nvPr>
            <p:ph type="title"/>
          </p:nvPr>
        </p:nvSpPr>
        <p:spPr/>
        <p:txBody>
          <a:bodyPr/>
          <a:lstStyle/>
          <a:p>
            <a:r>
              <a:rPr lang="en-US" b="1" dirty="0"/>
              <a:t>Architecture </a:t>
            </a:r>
            <a:br>
              <a:rPr lang="en-US" b="1" dirty="0"/>
            </a:br>
            <a:endParaRPr lang="en-ZA" dirty="0"/>
          </a:p>
        </p:txBody>
      </p:sp>
      <p:graphicFrame>
        <p:nvGraphicFramePr>
          <p:cNvPr id="8" name="Content Placeholder 2">
            <a:extLst>
              <a:ext uri="{FF2B5EF4-FFF2-40B4-BE49-F238E27FC236}">
                <a16:creationId xmlns:a16="http://schemas.microsoft.com/office/drawing/2014/main" id="{BAC6CCB1-B3DE-1923-D9DE-99DA5282EB65}"/>
              </a:ext>
            </a:extLst>
          </p:cNvPr>
          <p:cNvGraphicFramePr>
            <a:graphicFrameLocks noGrp="1"/>
          </p:cNvGraphicFramePr>
          <p:nvPr>
            <p:ph idx="1"/>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9846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4D50FD-674E-EED3-546C-E3EC01E98D76}"/>
              </a:ext>
            </a:extLst>
          </p:cNvPr>
          <p:cNvSpPr>
            <a:spLocks noGrp="1"/>
          </p:cNvSpPr>
          <p:nvPr>
            <p:ph type="title"/>
          </p:nvPr>
        </p:nvSpPr>
        <p:spPr/>
        <p:txBody>
          <a:bodyPr/>
          <a:lstStyle/>
          <a:p>
            <a:r>
              <a:rPr lang="en-GB" dirty="0"/>
              <a:t> Service Layer</a:t>
            </a:r>
            <a:endParaRPr lang="en-ZA" dirty="0"/>
          </a:p>
        </p:txBody>
      </p:sp>
      <p:graphicFrame>
        <p:nvGraphicFramePr>
          <p:cNvPr id="16" name="Content Placeholder 5">
            <a:extLst>
              <a:ext uri="{FF2B5EF4-FFF2-40B4-BE49-F238E27FC236}">
                <a16:creationId xmlns:a16="http://schemas.microsoft.com/office/drawing/2014/main" id="{8D5EFD93-F2C4-5669-8A3E-CC1DE781FAA7}"/>
              </a:ext>
            </a:extLst>
          </p:cNvPr>
          <p:cNvGraphicFramePr>
            <a:graphicFrameLocks noGrp="1"/>
          </p:cNvGraphicFramePr>
          <p:nvPr>
            <p:ph idx="1"/>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0539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295F5-B95A-46EF-18E7-EC6169A952BD}"/>
              </a:ext>
            </a:extLst>
          </p:cNvPr>
          <p:cNvSpPr>
            <a:spLocks noGrp="1"/>
          </p:cNvSpPr>
          <p:nvPr>
            <p:ph type="title"/>
          </p:nvPr>
        </p:nvSpPr>
        <p:spPr/>
        <p:txBody>
          <a:bodyPr>
            <a:normAutofit/>
          </a:bodyPr>
          <a:lstStyle/>
          <a:p>
            <a:r>
              <a:rPr lang="en-US" dirty="0"/>
              <a:t>Infrastructure Layer – Deployment &amp; Configuration</a:t>
            </a:r>
            <a:endParaRPr lang="en-ZA" dirty="0"/>
          </a:p>
        </p:txBody>
      </p:sp>
      <p:graphicFrame>
        <p:nvGraphicFramePr>
          <p:cNvPr id="7" name="Content Placeholder 2">
            <a:extLst>
              <a:ext uri="{FF2B5EF4-FFF2-40B4-BE49-F238E27FC236}">
                <a16:creationId xmlns:a16="http://schemas.microsoft.com/office/drawing/2014/main" id="{299F3DD7-53A5-CDC0-70A0-99F0738C7596}"/>
              </a:ext>
            </a:extLst>
          </p:cNvPr>
          <p:cNvGraphicFramePr>
            <a:graphicFrameLocks noGrp="1"/>
          </p:cNvGraphicFramePr>
          <p:nvPr>
            <p:ph idx="1"/>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3197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1657BD-3333-446A-A16A-CBDC77C8E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457200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2" name="Rectangle 11">
            <a:extLst>
              <a:ext uri="{FF2B5EF4-FFF2-40B4-BE49-F238E27FC236}">
                <a16:creationId xmlns:a16="http://schemas.microsoft.com/office/drawing/2014/main" id="{52CAFF06-4D3A-42A5-8614-B1FA47EA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643467"/>
            <a:ext cx="8178799" cy="5571066"/>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D9F740A7-58F6-A0F2-694B-29418A250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249" y="1930796"/>
            <a:ext cx="7937499" cy="2996404"/>
          </a:xfrm>
          <a:prstGeom prst="rect">
            <a:avLst/>
          </a:prstGeom>
        </p:spPr>
      </p:pic>
    </p:spTree>
    <p:extLst>
      <p:ext uri="{BB962C8B-B14F-4D97-AF65-F5344CB8AC3E}">
        <p14:creationId xmlns:p14="http://schemas.microsoft.com/office/powerpoint/2010/main" val="28518487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docProps/app.xml><?xml version="1.0" encoding="utf-8"?>
<Properties xmlns="http://schemas.openxmlformats.org/officeDocument/2006/extended-properties" xmlns:vt="http://schemas.openxmlformats.org/officeDocument/2006/docPropsVTypes">
  <Template>Integral</Template>
  <TotalTime>182</TotalTime>
  <Words>1862</Words>
  <Application>Microsoft Office PowerPoint</Application>
  <PresentationFormat>On-screen Show (4:3)</PresentationFormat>
  <Paragraphs>186</Paragraphs>
  <Slides>35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1" baseType="lpstr">
      <vt:lpstr>Neue Haas Grotesk Text Pro</vt:lpstr>
      <vt:lpstr>Tw Cen MT</vt:lpstr>
      <vt:lpstr>Tw Cen MT Condensed</vt:lpstr>
      <vt:lpstr>Wingdings 3</vt:lpstr>
      <vt:lpstr>Integral</vt:lpstr>
      <vt:lpstr>Packager Shell Object</vt:lpstr>
      <vt:lpstr>UnganaConnect – A Digital Capacity Building Platform for African CSOs</vt:lpstr>
      <vt:lpstr>Introduction </vt:lpstr>
      <vt:lpstr>What is ungana connect?</vt:lpstr>
      <vt:lpstr>Problem Statement &amp; Objectives </vt:lpstr>
      <vt:lpstr>Project Scope &amp; Features </vt:lpstr>
      <vt:lpstr>Development Phases / Project Plan </vt:lpstr>
      <vt:lpstr>Roles &amp; Contributions (All Members)</vt:lpstr>
      <vt:lpstr>Project overview</vt:lpstr>
      <vt:lpstr>Project Overview – UnganaConnect </vt:lpstr>
      <vt:lpstr>Core Client Requirements</vt:lpstr>
      <vt:lpstr>Functional Modules Overview </vt:lpstr>
      <vt:lpstr>Non-Functional Requirements</vt:lpstr>
      <vt:lpstr>Development Plan (WIL-Aligned)</vt:lpstr>
      <vt:lpstr>Graph Structure in UnganaConnect</vt:lpstr>
      <vt:lpstr>introduction</vt:lpstr>
      <vt:lpstr>Graph Components Overview</vt:lpstr>
      <vt:lpstr>What The Diagram Shows.</vt:lpstr>
      <vt:lpstr>conclusion</vt:lpstr>
      <vt:lpstr>Data Structure Overview.</vt:lpstr>
      <vt:lpstr>. Data Structure Overview (Cont.) </vt:lpstr>
      <vt:lpstr>System Integration.</vt:lpstr>
      <vt:lpstr>conclusion</vt:lpstr>
      <vt:lpstr>Frontend</vt:lpstr>
      <vt:lpstr>UnganaConnect: ICT Training and Collaboration Platform</vt:lpstr>
      <vt:lpstr>MVC Structure and Project Organization</vt:lpstr>
      <vt:lpstr>Key Frontend Modules</vt:lpstr>
      <vt:lpstr>User Interface &amp; Design</vt:lpstr>
      <vt:lpstr>How the Frontend Works in Practice</vt:lpstr>
      <vt:lpstr>PowerPoint Presentation</vt:lpstr>
      <vt:lpstr>introduction</vt:lpstr>
      <vt:lpstr>Stack  </vt:lpstr>
      <vt:lpstr>Architecture  </vt:lpstr>
      <vt:lpstr> Service Layer</vt:lpstr>
      <vt:lpstr>Infrastructure Layer – Deployment &amp; Configuration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Marie Chauke</cp:lastModifiedBy>
  <cp:revision>1</cp:revision>
  <dcterms:created xsi:type="dcterms:W3CDTF">2013-01-27T09:14:16Z</dcterms:created>
  <dcterms:modified xsi:type="dcterms:W3CDTF">2025-11-05T08:00:44Z</dcterms:modified>
  <cp:category/>
</cp:coreProperties>
</file>